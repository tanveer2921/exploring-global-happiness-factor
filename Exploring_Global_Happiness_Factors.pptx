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48"/>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2BF6C8-DF64-6544-B081-514CC2C75DF4}" type="doc">
      <dgm:prSet loTypeId="urn:microsoft.com/office/officeart/2005/8/layout/chevron2" loCatId="" qsTypeId="urn:microsoft.com/office/officeart/2005/8/quickstyle/simple1" qsCatId="simple" csTypeId="urn:microsoft.com/office/officeart/2005/8/colors/accent1_2" csCatId="accent1" phldr="1"/>
      <dgm:spPr/>
      <dgm:t>
        <a:bodyPr/>
        <a:lstStyle/>
        <a:p>
          <a:endParaRPr lang="en-US"/>
        </a:p>
      </dgm:t>
    </dgm:pt>
    <dgm:pt modelId="{6CAE8090-EA9D-0744-B148-2A8E90A12028}">
      <dgm:prSet phldrT="[Text]"/>
      <dgm:spPr/>
      <dgm:t>
        <a:bodyPr/>
        <a:lstStyle/>
        <a:p>
          <a:r>
            <a:rPr lang="en-US" dirty="0"/>
            <a:t>1</a:t>
          </a:r>
        </a:p>
      </dgm:t>
    </dgm:pt>
    <dgm:pt modelId="{BBF31A33-F2C4-7042-9322-A5F67CEC1E19}" type="parTrans" cxnId="{93CE31BF-10B2-A54E-AFA2-121A7DE18BC6}">
      <dgm:prSet/>
      <dgm:spPr/>
      <dgm:t>
        <a:bodyPr/>
        <a:lstStyle/>
        <a:p>
          <a:endParaRPr lang="en-US"/>
        </a:p>
      </dgm:t>
    </dgm:pt>
    <dgm:pt modelId="{42EC4F4E-72C8-454B-B102-6C030FCC9DA8}" type="sibTrans" cxnId="{93CE31BF-10B2-A54E-AFA2-121A7DE18BC6}">
      <dgm:prSet/>
      <dgm:spPr/>
      <dgm:t>
        <a:bodyPr/>
        <a:lstStyle/>
        <a:p>
          <a:endParaRPr lang="en-US"/>
        </a:p>
      </dgm:t>
    </dgm:pt>
    <dgm:pt modelId="{6F38F6BB-D27E-3B46-8EE1-EE9179642EF0}">
      <dgm:prSet phldrT="[Text]"/>
      <dgm:spPr/>
      <dgm:t>
        <a:bodyPr/>
        <a:lstStyle/>
        <a:p>
          <a:r>
            <a:rPr lang="en-US" dirty="0"/>
            <a:t>2</a:t>
          </a:r>
        </a:p>
      </dgm:t>
    </dgm:pt>
    <dgm:pt modelId="{50E823AB-8F57-8846-9575-654B1ACBA4A5}" type="parTrans" cxnId="{4EFE3B48-D256-7442-959E-F4B6A2D0FAD0}">
      <dgm:prSet/>
      <dgm:spPr/>
      <dgm:t>
        <a:bodyPr/>
        <a:lstStyle/>
        <a:p>
          <a:endParaRPr lang="en-US"/>
        </a:p>
      </dgm:t>
    </dgm:pt>
    <dgm:pt modelId="{88D739F9-9E57-7E43-B46B-8E1813E2D646}" type="sibTrans" cxnId="{4EFE3B48-D256-7442-959E-F4B6A2D0FAD0}">
      <dgm:prSet/>
      <dgm:spPr/>
      <dgm:t>
        <a:bodyPr/>
        <a:lstStyle/>
        <a:p>
          <a:endParaRPr lang="en-US"/>
        </a:p>
      </dgm:t>
    </dgm:pt>
    <dgm:pt modelId="{F5A47977-7B7D-9845-9F3E-EE9EFDCFC6F4}">
      <dgm:prSet phldrT="[Text]"/>
      <dgm:spPr/>
      <dgm:t>
        <a:bodyPr/>
        <a:lstStyle/>
        <a:p>
          <a:pPr>
            <a:buFont typeface="+mj-lt"/>
            <a:buNone/>
          </a:pPr>
          <a:r>
            <a:rPr lang="en-US" dirty="0">
              <a:latin typeface="Calibri" panose="020F0502020204030204" pitchFamily="34" charset="0"/>
              <a:cs typeface="Calibri" panose="020F0502020204030204" pitchFamily="34" charset="0"/>
            </a:rPr>
            <a:t>Does social support amplify the impact of healthy life expectancy on happiness?</a:t>
          </a:r>
          <a:endParaRPr lang="en-US" dirty="0"/>
        </a:p>
      </dgm:t>
    </dgm:pt>
    <dgm:pt modelId="{74C83954-9AEF-4343-B9A5-2ECE6F31FE33}" type="parTrans" cxnId="{9A7260D5-BD76-E540-A7A9-6A15A46DA3B2}">
      <dgm:prSet/>
      <dgm:spPr/>
      <dgm:t>
        <a:bodyPr/>
        <a:lstStyle/>
        <a:p>
          <a:endParaRPr lang="en-US"/>
        </a:p>
      </dgm:t>
    </dgm:pt>
    <dgm:pt modelId="{E2AD0D98-5E58-3748-B63B-2D16D7C347FB}" type="sibTrans" cxnId="{9A7260D5-BD76-E540-A7A9-6A15A46DA3B2}">
      <dgm:prSet/>
      <dgm:spPr/>
      <dgm:t>
        <a:bodyPr/>
        <a:lstStyle/>
        <a:p>
          <a:endParaRPr lang="en-US"/>
        </a:p>
      </dgm:t>
    </dgm:pt>
    <dgm:pt modelId="{ACAB5C17-DE4F-A042-91D7-C6D21CC90B26}">
      <dgm:prSet phldrT="[Text]"/>
      <dgm:spPr/>
      <dgm:t>
        <a:bodyPr/>
        <a:lstStyle/>
        <a:p>
          <a:r>
            <a:rPr lang="en-US" dirty="0"/>
            <a:t>3</a:t>
          </a:r>
        </a:p>
      </dgm:t>
    </dgm:pt>
    <dgm:pt modelId="{1166146E-3CB6-DC4E-83D1-29B91B4E8172}" type="parTrans" cxnId="{81BD04BC-7963-7D48-BB41-EFC634672DDB}">
      <dgm:prSet/>
      <dgm:spPr/>
      <dgm:t>
        <a:bodyPr/>
        <a:lstStyle/>
        <a:p>
          <a:endParaRPr lang="en-US"/>
        </a:p>
      </dgm:t>
    </dgm:pt>
    <dgm:pt modelId="{26189928-CA2A-C04F-A2E6-0779D01D4C1E}" type="sibTrans" cxnId="{81BD04BC-7963-7D48-BB41-EFC634672DDB}">
      <dgm:prSet/>
      <dgm:spPr/>
      <dgm:t>
        <a:bodyPr/>
        <a:lstStyle/>
        <a:p>
          <a:endParaRPr lang="en-US"/>
        </a:p>
      </dgm:t>
    </dgm:pt>
    <dgm:pt modelId="{EF861097-E1AF-2B4A-A5B9-A8296F308AF6}">
      <dgm:prSet phldrT="[Text]"/>
      <dgm:spPr/>
      <dgm:t>
        <a:bodyPr/>
        <a:lstStyle/>
        <a:p>
          <a:pPr>
            <a:buFont typeface="+mj-lt"/>
            <a:buNone/>
          </a:pPr>
          <a:r>
            <a:rPr lang="en-US" dirty="0">
              <a:latin typeface="Calibri" panose="020F0502020204030204" pitchFamily="34" charset="0"/>
              <a:cs typeface="Calibri" panose="020F0502020204030204" pitchFamily="34" charset="0"/>
            </a:rPr>
            <a:t>Does GDP per capita moderate the relationship between freedom and happiness?</a:t>
          </a:r>
          <a:endParaRPr lang="en-US" dirty="0"/>
        </a:p>
      </dgm:t>
    </dgm:pt>
    <dgm:pt modelId="{88BF8750-D3F5-A54D-95AF-4EC08E04FF10}" type="parTrans" cxnId="{670377D4-E465-834A-A17A-A057DCC7FE4C}">
      <dgm:prSet/>
      <dgm:spPr/>
      <dgm:t>
        <a:bodyPr/>
        <a:lstStyle/>
        <a:p>
          <a:endParaRPr lang="en-US"/>
        </a:p>
      </dgm:t>
    </dgm:pt>
    <dgm:pt modelId="{B3771847-218A-3446-BEDC-EE2463E87F07}" type="sibTrans" cxnId="{670377D4-E465-834A-A17A-A057DCC7FE4C}">
      <dgm:prSet/>
      <dgm:spPr/>
      <dgm:t>
        <a:bodyPr/>
        <a:lstStyle/>
        <a:p>
          <a:endParaRPr lang="en-US"/>
        </a:p>
      </dgm:t>
    </dgm:pt>
    <dgm:pt modelId="{12944B00-B032-6B43-B0F2-8C30BD165589}">
      <dgm:prSet phldrT="[Text]"/>
      <dgm:spPr/>
      <dgm:t>
        <a:bodyPr/>
        <a:lstStyle/>
        <a:p>
          <a:pPr algn="l">
            <a:buNone/>
          </a:pPr>
          <a:r>
            <a:rPr lang="en-US" dirty="0">
              <a:latin typeface="Calibri" panose="020F0502020204030204" pitchFamily="34" charset="0"/>
              <a:cs typeface="Calibri" panose="020F0502020204030204" pitchFamily="34" charset="0"/>
            </a:rPr>
            <a:t>Does social support amplify the impact of healthy life expectancy on happiness?</a:t>
          </a:r>
          <a:endParaRPr lang="en-US" dirty="0"/>
        </a:p>
      </dgm:t>
    </dgm:pt>
    <dgm:pt modelId="{8CC8F287-713D-BB4B-BE7A-3F061176B5A1}" type="parTrans" cxnId="{AC0FB4FE-BC7F-3847-880F-C861F1C41A33}">
      <dgm:prSet/>
      <dgm:spPr/>
      <dgm:t>
        <a:bodyPr/>
        <a:lstStyle/>
        <a:p>
          <a:endParaRPr lang="en-US"/>
        </a:p>
      </dgm:t>
    </dgm:pt>
    <dgm:pt modelId="{EAE11EA6-85AE-FB4E-B24C-C2C94C2A502E}" type="sibTrans" cxnId="{AC0FB4FE-BC7F-3847-880F-C861F1C41A33}">
      <dgm:prSet/>
      <dgm:spPr/>
      <dgm:t>
        <a:bodyPr/>
        <a:lstStyle/>
        <a:p>
          <a:endParaRPr lang="en-US"/>
        </a:p>
      </dgm:t>
    </dgm:pt>
    <dgm:pt modelId="{C8D070C6-EC96-F84D-81BA-BD7ACB2EE0BA}" type="pres">
      <dgm:prSet presAssocID="{202BF6C8-DF64-6544-B081-514CC2C75DF4}" presName="linearFlow" presStyleCnt="0">
        <dgm:presLayoutVars>
          <dgm:dir/>
          <dgm:animLvl val="lvl"/>
          <dgm:resizeHandles val="exact"/>
        </dgm:presLayoutVars>
      </dgm:prSet>
      <dgm:spPr/>
    </dgm:pt>
    <dgm:pt modelId="{288ACE5C-0AFF-4040-8472-EE0C6F5A9BCF}" type="pres">
      <dgm:prSet presAssocID="{6CAE8090-EA9D-0744-B148-2A8E90A12028}" presName="composite" presStyleCnt="0"/>
      <dgm:spPr/>
    </dgm:pt>
    <dgm:pt modelId="{269DE0D2-A4B0-3241-9FEF-F901314195D1}" type="pres">
      <dgm:prSet presAssocID="{6CAE8090-EA9D-0744-B148-2A8E90A12028}" presName="parentText" presStyleLbl="alignNode1" presStyleIdx="0" presStyleCnt="3" custLinFactX="-139392" custLinFactNeighborX="-200000" custLinFactNeighborY="-11836">
        <dgm:presLayoutVars>
          <dgm:chMax val="1"/>
          <dgm:bulletEnabled val="1"/>
        </dgm:presLayoutVars>
      </dgm:prSet>
      <dgm:spPr/>
    </dgm:pt>
    <dgm:pt modelId="{800E9FF9-EFBA-7840-9F24-E1E710FE1617}" type="pres">
      <dgm:prSet presAssocID="{6CAE8090-EA9D-0744-B148-2A8E90A12028}" presName="descendantText" presStyleLbl="alignAcc1" presStyleIdx="0" presStyleCnt="3">
        <dgm:presLayoutVars>
          <dgm:bulletEnabled val="1"/>
        </dgm:presLayoutVars>
      </dgm:prSet>
      <dgm:spPr/>
    </dgm:pt>
    <dgm:pt modelId="{D501894B-BB71-904D-88C7-46F89334B1BC}" type="pres">
      <dgm:prSet presAssocID="{42EC4F4E-72C8-454B-B102-6C030FCC9DA8}" presName="sp" presStyleCnt="0"/>
      <dgm:spPr/>
    </dgm:pt>
    <dgm:pt modelId="{DFEEBC00-4749-D242-BAD5-97F97D39D7A7}" type="pres">
      <dgm:prSet presAssocID="{6F38F6BB-D27E-3B46-8EE1-EE9179642EF0}" presName="composite" presStyleCnt="0"/>
      <dgm:spPr/>
    </dgm:pt>
    <dgm:pt modelId="{27FF83E6-D055-194D-ADAC-02781C798759}" type="pres">
      <dgm:prSet presAssocID="{6F38F6BB-D27E-3B46-8EE1-EE9179642EF0}" presName="parentText" presStyleLbl="alignNode1" presStyleIdx="1" presStyleCnt="3">
        <dgm:presLayoutVars>
          <dgm:chMax val="1"/>
          <dgm:bulletEnabled val="1"/>
        </dgm:presLayoutVars>
      </dgm:prSet>
      <dgm:spPr/>
    </dgm:pt>
    <dgm:pt modelId="{13481DF3-367C-EE4E-B436-59BFCCE947DE}" type="pres">
      <dgm:prSet presAssocID="{6F38F6BB-D27E-3B46-8EE1-EE9179642EF0}" presName="descendantText" presStyleLbl="alignAcc1" presStyleIdx="1" presStyleCnt="3">
        <dgm:presLayoutVars>
          <dgm:bulletEnabled val="1"/>
        </dgm:presLayoutVars>
      </dgm:prSet>
      <dgm:spPr/>
    </dgm:pt>
    <dgm:pt modelId="{3AA3B3F6-4C30-9842-A67D-A859B884D838}" type="pres">
      <dgm:prSet presAssocID="{88D739F9-9E57-7E43-B46B-8E1813E2D646}" presName="sp" presStyleCnt="0"/>
      <dgm:spPr/>
    </dgm:pt>
    <dgm:pt modelId="{72621E7E-F29E-F044-AE9A-1BE598962E4A}" type="pres">
      <dgm:prSet presAssocID="{ACAB5C17-DE4F-A042-91D7-C6D21CC90B26}" presName="composite" presStyleCnt="0"/>
      <dgm:spPr/>
    </dgm:pt>
    <dgm:pt modelId="{7B31D047-F891-DA46-93D7-824FB95FC01D}" type="pres">
      <dgm:prSet presAssocID="{ACAB5C17-DE4F-A042-91D7-C6D21CC90B26}" presName="parentText" presStyleLbl="alignNode1" presStyleIdx="2" presStyleCnt="3">
        <dgm:presLayoutVars>
          <dgm:chMax val="1"/>
          <dgm:bulletEnabled val="1"/>
        </dgm:presLayoutVars>
      </dgm:prSet>
      <dgm:spPr/>
    </dgm:pt>
    <dgm:pt modelId="{9B255C6D-84ED-E440-8568-7BAA78455EE5}" type="pres">
      <dgm:prSet presAssocID="{ACAB5C17-DE4F-A042-91D7-C6D21CC90B26}" presName="descendantText" presStyleLbl="alignAcc1" presStyleIdx="2" presStyleCnt="3">
        <dgm:presLayoutVars>
          <dgm:bulletEnabled val="1"/>
        </dgm:presLayoutVars>
      </dgm:prSet>
      <dgm:spPr/>
    </dgm:pt>
  </dgm:ptLst>
  <dgm:cxnLst>
    <dgm:cxn modelId="{7F164D15-8910-1C47-9BE0-90C6ADD03A21}" type="presOf" srcId="{ACAB5C17-DE4F-A042-91D7-C6D21CC90B26}" destId="{7B31D047-F891-DA46-93D7-824FB95FC01D}" srcOrd="0" destOrd="0" presId="urn:microsoft.com/office/officeart/2005/8/layout/chevron2"/>
    <dgm:cxn modelId="{86AEA836-6A5B-DC49-A8C8-B97DEAFAFB4D}" type="presOf" srcId="{EF861097-E1AF-2B4A-A5B9-A8296F308AF6}" destId="{9B255C6D-84ED-E440-8568-7BAA78455EE5}" srcOrd="0" destOrd="0" presId="urn:microsoft.com/office/officeart/2005/8/layout/chevron2"/>
    <dgm:cxn modelId="{4EFE3B48-D256-7442-959E-F4B6A2D0FAD0}" srcId="{202BF6C8-DF64-6544-B081-514CC2C75DF4}" destId="{6F38F6BB-D27E-3B46-8EE1-EE9179642EF0}" srcOrd="1" destOrd="0" parTransId="{50E823AB-8F57-8846-9575-654B1ACBA4A5}" sibTransId="{88D739F9-9E57-7E43-B46B-8E1813E2D646}"/>
    <dgm:cxn modelId="{7EB2BA9C-7C42-EB44-A340-CC92F76B1719}" type="presOf" srcId="{6F38F6BB-D27E-3B46-8EE1-EE9179642EF0}" destId="{27FF83E6-D055-194D-ADAC-02781C798759}" srcOrd="0" destOrd="0" presId="urn:microsoft.com/office/officeart/2005/8/layout/chevron2"/>
    <dgm:cxn modelId="{81BD04BC-7963-7D48-BB41-EFC634672DDB}" srcId="{202BF6C8-DF64-6544-B081-514CC2C75DF4}" destId="{ACAB5C17-DE4F-A042-91D7-C6D21CC90B26}" srcOrd="2" destOrd="0" parTransId="{1166146E-3CB6-DC4E-83D1-29B91B4E8172}" sibTransId="{26189928-CA2A-C04F-A2E6-0779D01D4C1E}"/>
    <dgm:cxn modelId="{93CE31BF-10B2-A54E-AFA2-121A7DE18BC6}" srcId="{202BF6C8-DF64-6544-B081-514CC2C75DF4}" destId="{6CAE8090-EA9D-0744-B148-2A8E90A12028}" srcOrd="0" destOrd="0" parTransId="{BBF31A33-F2C4-7042-9322-A5F67CEC1E19}" sibTransId="{42EC4F4E-72C8-454B-B102-6C030FCC9DA8}"/>
    <dgm:cxn modelId="{045415C7-08B5-D94E-9CAA-9A65CED920EC}" type="presOf" srcId="{6CAE8090-EA9D-0744-B148-2A8E90A12028}" destId="{269DE0D2-A4B0-3241-9FEF-F901314195D1}" srcOrd="0" destOrd="0" presId="urn:microsoft.com/office/officeart/2005/8/layout/chevron2"/>
    <dgm:cxn modelId="{158774CA-A72C-1341-8DD6-7D3BFAFA75C3}" type="presOf" srcId="{F5A47977-7B7D-9845-9F3E-EE9EFDCFC6F4}" destId="{13481DF3-367C-EE4E-B436-59BFCCE947DE}" srcOrd="0" destOrd="0" presId="urn:microsoft.com/office/officeart/2005/8/layout/chevron2"/>
    <dgm:cxn modelId="{670377D4-E465-834A-A17A-A057DCC7FE4C}" srcId="{ACAB5C17-DE4F-A042-91D7-C6D21CC90B26}" destId="{EF861097-E1AF-2B4A-A5B9-A8296F308AF6}" srcOrd="0" destOrd="0" parTransId="{88BF8750-D3F5-A54D-95AF-4EC08E04FF10}" sibTransId="{B3771847-218A-3446-BEDC-EE2463E87F07}"/>
    <dgm:cxn modelId="{9A7260D5-BD76-E540-A7A9-6A15A46DA3B2}" srcId="{6F38F6BB-D27E-3B46-8EE1-EE9179642EF0}" destId="{F5A47977-7B7D-9845-9F3E-EE9EFDCFC6F4}" srcOrd="0" destOrd="0" parTransId="{74C83954-9AEF-4343-B9A5-2ECE6F31FE33}" sibTransId="{E2AD0D98-5E58-3748-B63B-2D16D7C347FB}"/>
    <dgm:cxn modelId="{BC9692D9-EC4E-504E-B0C0-B28C9A59D5F0}" type="presOf" srcId="{12944B00-B032-6B43-B0F2-8C30BD165589}" destId="{800E9FF9-EFBA-7840-9F24-E1E710FE1617}" srcOrd="0" destOrd="0" presId="urn:microsoft.com/office/officeart/2005/8/layout/chevron2"/>
    <dgm:cxn modelId="{BE6FA1F7-638E-B54B-890E-ECFDDEECBD40}" type="presOf" srcId="{202BF6C8-DF64-6544-B081-514CC2C75DF4}" destId="{C8D070C6-EC96-F84D-81BA-BD7ACB2EE0BA}" srcOrd="0" destOrd="0" presId="urn:microsoft.com/office/officeart/2005/8/layout/chevron2"/>
    <dgm:cxn modelId="{AC0FB4FE-BC7F-3847-880F-C861F1C41A33}" srcId="{6CAE8090-EA9D-0744-B148-2A8E90A12028}" destId="{12944B00-B032-6B43-B0F2-8C30BD165589}" srcOrd="0" destOrd="0" parTransId="{8CC8F287-713D-BB4B-BE7A-3F061176B5A1}" sibTransId="{EAE11EA6-85AE-FB4E-B24C-C2C94C2A502E}"/>
    <dgm:cxn modelId="{EA71E497-70E6-2C4A-A58F-9C55CDC48E8F}" type="presParOf" srcId="{C8D070C6-EC96-F84D-81BA-BD7ACB2EE0BA}" destId="{288ACE5C-0AFF-4040-8472-EE0C6F5A9BCF}" srcOrd="0" destOrd="0" presId="urn:microsoft.com/office/officeart/2005/8/layout/chevron2"/>
    <dgm:cxn modelId="{79A43E27-E4C0-E444-B3C5-E4A4117335C3}" type="presParOf" srcId="{288ACE5C-0AFF-4040-8472-EE0C6F5A9BCF}" destId="{269DE0D2-A4B0-3241-9FEF-F901314195D1}" srcOrd="0" destOrd="0" presId="urn:microsoft.com/office/officeart/2005/8/layout/chevron2"/>
    <dgm:cxn modelId="{82623267-EFB9-2949-B7B6-4A0704FC592F}" type="presParOf" srcId="{288ACE5C-0AFF-4040-8472-EE0C6F5A9BCF}" destId="{800E9FF9-EFBA-7840-9F24-E1E710FE1617}" srcOrd="1" destOrd="0" presId="urn:microsoft.com/office/officeart/2005/8/layout/chevron2"/>
    <dgm:cxn modelId="{006C31B5-DBC4-A243-B8B9-8FDB2BA1F3B5}" type="presParOf" srcId="{C8D070C6-EC96-F84D-81BA-BD7ACB2EE0BA}" destId="{D501894B-BB71-904D-88C7-46F89334B1BC}" srcOrd="1" destOrd="0" presId="urn:microsoft.com/office/officeart/2005/8/layout/chevron2"/>
    <dgm:cxn modelId="{61980BC2-3157-6347-83EF-5B772F4CA7B0}" type="presParOf" srcId="{C8D070C6-EC96-F84D-81BA-BD7ACB2EE0BA}" destId="{DFEEBC00-4749-D242-BAD5-97F97D39D7A7}" srcOrd="2" destOrd="0" presId="urn:microsoft.com/office/officeart/2005/8/layout/chevron2"/>
    <dgm:cxn modelId="{2CD8C204-3484-8F41-9E9F-31FA57E49ACA}" type="presParOf" srcId="{DFEEBC00-4749-D242-BAD5-97F97D39D7A7}" destId="{27FF83E6-D055-194D-ADAC-02781C798759}" srcOrd="0" destOrd="0" presId="urn:microsoft.com/office/officeart/2005/8/layout/chevron2"/>
    <dgm:cxn modelId="{A29DF76C-7BB9-134B-86FE-227928D86A38}" type="presParOf" srcId="{DFEEBC00-4749-D242-BAD5-97F97D39D7A7}" destId="{13481DF3-367C-EE4E-B436-59BFCCE947DE}" srcOrd="1" destOrd="0" presId="urn:microsoft.com/office/officeart/2005/8/layout/chevron2"/>
    <dgm:cxn modelId="{12575A8E-4ADE-3744-A216-F472A81C8774}" type="presParOf" srcId="{C8D070C6-EC96-F84D-81BA-BD7ACB2EE0BA}" destId="{3AA3B3F6-4C30-9842-A67D-A859B884D838}" srcOrd="3" destOrd="0" presId="urn:microsoft.com/office/officeart/2005/8/layout/chevron2"/>
    <dgm:cxn modelId="{00DEF609-1ED6-374F-8F0C-57113111462F}" type="presParOf" srcId="{C8D070C6-EC96-F84D-81BA-BD7ACB2EE0BA}" destId="{72621E7E-F29E-F044-AE9A-1BE598962E4A}" srcOrd="4" destOrd="0" presId="urn:microsoft.com/office/officeart/2005/8/layout/chevron2"/>
    <dgm:cxn modelId="{894D5F37-E599-2746-9D41-F7FC9F473505}" type="presParOf" srcId="{72621E7E-F29E-F044-AE9A-1BE598962E4A}" destId="{7B31D047-F891-DA46-93D7-824FB95FC01D}" srcOrd="0" destOrd="0" presId="urn:microsoft.com/office/officeart/2005/8/layout/chevron2"/>
    <dgm:cxn modelId="{86687B41-9E06-EB4A-AA45-AFA5C920704E}" type="presParOf" srcId="{72621E7E-F29E-F044-AE9A-1BE598962E4A}" destId="{9B255C6D-84ED-E440-8568-7BAA78455EE5}"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B4A854-7224-7B44-9ADF-26ECE0D69F3A}" type="doc">
      <dgm:prSet loTypeId="urn:microsoft.com/office/officeart/2005/8/layout/lProcess3" loCatId="" qsTypeId="urn:microsoft.com/office/officeart/2005/8/quickstyle/simple1" qsCatId="simple" csTypeId="urn:microsoft.com/office/officeart/2005/8/colors/accent1_2" csCatId="accent1" phldr="1"/>
      <dgm:spPr/>
      <dgm:t>
        <a:bodyPr/>
        <a:lstStyle/>
        <a:p>
          <a:endParaRPr lang="en-US"/>
        </a:p>
      </dgm:t>
    </dgm:pt>
    <dgm:pt modelId="{BAAE4F15-C2BE-F54E-BD37-D09D55E3EB10}">
      <dgm:prSet phldrT="[Text]"/>
      <dgm:spPr/>
      <dgm:t>
        <a:bodyPr/>
        <a:lstStyle/>
        <a:p>
          <a:r>
            <a:rPr lang="en-CA" b="0" i="0" u="none" dirty="0">
              <a:latin typeface="Calibri" panose="020F0502020204030204" pitchFamily="34" charset="0"/>
              <a:cs typeface="Calibri" panose="020F0502020204030204" pitchFamily="34" charset="0"/>
            </a:rPr>
            <a:t>Data Collection</a:t>
          </a:r>
          <a:endParaRPr lang="en-US" b="0" i="0" dirty="0">
            <a:latin typeface="Calibri" panose="020F0502020204030204" pitchFamily="34" charset="0"/>
            <a:cs typeface="Calibri" panose="020F0502020204030204" pitchFamily="34" charset="0"/>
          </a:endParaRPr>
        </a:p>
      </dgm:t>
    </dgm:pt>
    <dgm:pt modelId="{D387805F-A744-974F-9098-B4973D7FC6FA}" type="parTrans" cxnId="{A16827E0-EFEB-CF41-AB1B-5812B12E970B}">
      <dgm:prSet/>
      <dgm:spPr/>
      <dgm:t>
        <a:bodyPr/>
        <a:lstStyle/>
        <a:p>
          <a:endParaRPr lang="en-US"/>
        </a:p>
      </dgm:t>
    </dgm:pt>
    <dgm:pt modelId="{1C5FBAC9-3857-1B4E-8B91-266EBE841C22}" type="sibTrans" cxnId="{A16827E0-EFEB-CF41-AB1B-5812B12E970B}">
      <dgm:prSet/>
      <dgm:spPr/>
      <dgm:t>
        <a:bodyPr/>
        <a:lstStyle/>
        <a:p>
          <a:endParaRPr lang="en-US"/>
        </a:p>
      </dgm:t>
    </dgm:pt>
    <dgm:pt modelId="{5FEA6425-B251-D343-847F-09EA16B5B333}">
      <dgm:prSet phldrT="[Text]"/>
      <dgm:spPr/>
      <dgm:t>
        <a:bodyPr/>
        <a:lstStyle/>
        <a:p>
          <a:pPr algn="l">
            <a:lnSpc>
              <a:spcPct val="150000"/>
            </a:lnSpc>
            <a:buFont typeface="Arial" panose="020B0604020202020204" pitchFamily="34" charset="0"/>
            <a:buChar char="•"/>
          </a:pPr>
          <a:r>
            <a:rPr lang="en-CA" b="0" i="0" u="none" dirty="0">
              <a:latin typeface="Calibri" panose="020F0502020204030204" pitchFamily="34" charset="0"/>
              <a:cs typeface="Calibri" panose="020F0502020204030204" pitchFamily="34" charset="0"/>
            </a:rPr>
            <a:t>World Happiness Report 2023 dataset</a:t>
          </a:r>
          <a:endParaRPr lang="en-US" b="0" i="0" dirty="0">
            <a:latin typeface="Calibri" panose="020F0502020204030204" pitchFamily="34" charset="0"/>
            <a:cs typeface="Calibri" panose="020F0502020204030204" pitchFamily="34" charset="0"/>
          </a:endParaRPr>
        </a:p>
      </dgm:t>
    </dgm:pt>
    <dgm:pt modelId="{73BDC677-94EB-FB45-825E-3A269CE3D84B}" type="parTrans" cxnId="{1B36B909-9D17-DE40-952C-57EDBDEC1242}">
      <dgm:prSet/>
      <dgm:spPr/>
      <dgm:t>
        <a:bodyPr/>
        <a:lstStyle/>
        <a:p>
          <a:endParaRPr lang="en-US"/>
        </a:p>
      </dgm:t>
    </dgm:pt>
    <dgm:pt modelId="{62F0EAA2-5DDD-9E4D-A733-AA96124CE668}" type="sibTrans" cxnId="{1B36B909-9D17-DE40-952C-57EDBDEC1242}">
      <dgm:prSet/>
      <dgm:spPr/>
      <dgm:t>
        <a:bodyPr/>
        <a:lstStyle/>
        <a:p>
          <a:endParaRPr lang="en-US"/>
        </a:p>
      </dgm:t>
    </dgm:pt>
    <dgm:pt modelId="{8F68B50F-9A8A-1043-9A52-A96E3642E612}">
      <dgm:prSet phldrT="[Text]"/>
      <dgm:spPr/>
      <dgm:t>
        <a:bodyPr/>
        <a:lstStyle/>
        <a:p>
          <a:r>
            <a:rPr lang="en-CA" b="0" i="0" u="none" dirty="0">
              <a:latin typeface="Calibri" panose="020F0502020204030204" pitchFamily="34" charset="0"/>
              <a:cs typeface="Calibri" panose="020F0502020204030204" pitchFamily="34" charset="0"/>
            </a:rPr>
            <a:t>EDA</a:t>
          </a:r>
          <a:endParaRPr lang="en-US" b="0" i="0" dirty="0">
            <a:latin typeface="Calibri" panose="020F0502020204030204" pitchFamily="34" charset="0"/>
            <a:cs typeface="Calibri" panose="020F0502020204030204" pitchFamily="34" charset="0"/>
          </a:endParaRPr>
        </a:p>
      </dgm:t>
    </dgm:pt>
    <dgm:pt modelId="{42576C10-C2AB-6149-9134-D1502DA952A4}" type="parTrans" cxnId="{9B3B2944-3DC8-834D-94FC-880FF950E765}">
      <dgm:prSet/>
      <dgm:spPr/>
      <dgm:t>
        <a:bodyPr/>
        <a:lstStyle/>
        <a:p>
          <a:endParaRPr lang="en-US"/>
        </a:p>
      </dgm:t>
    </dgm:pt>
    <dgm:pt modelId="{21369FBA-B3F2-C54D-A02F-99A4EA286933}" type="sibTrans" cxnId="{9B3B2944-3DC8-834D-94FC-880FF950E765}">
      <dgm:prSet/>
      <dgm:spPr/>
      <dgm:t>
        <a:bodyPr/>
        <a:lstStyle/>
        <a:p>
          <a:endParaRPr lang="en-US"/>
        </a:p>
      </dgm:t>
    </dgm:pt>
    <dgm:pt modelId="{DE09F566-70B2-2545-BCCC-3C8C5F008CA1}">
      <dgm:prSet phldrT="[Text]"/>
      <dgm:spPr/>
      <dgm:t>
        <a:bodyPr/>
        <a:lstStyle/>
        <a:p>
          <a:pPr>
            <a:lnSpc>
              <a:spcPct val="150000"/>
            </a:lnSpc>
          </a:pPr>
          <a:r>
            <a:rPr lang="en-CA" b="0" i="0" u="none" dirty="0">
              <a:latin typeface="Calibri" panose="020F0502020204030204" pitchFamily="34" charset="0"/>
              <a:cs typeface="Calibri" panose="020F0502020204030204" pitchFamily="34" charset="0"/>
            </a:rPr>
            <a:t>Identified initial trends </a:t>
          </a:r>
          <a:endParaRPr lang="en-US" b="0" i="0" dirty="0">
            <a:latin typeface="Calibri" panose="020F0502020204030204" pitchFamily="34" charset="0"/>
            <a:cs typeface="Calibri" panose="020F0502020204030204" pitchFamily="34" charset="0"/>
          </a:endParaRPr>
        </a:p>
      </dgm:t>
    </dgm:pt>
    <dgm:pt modelId="{940833BE-5185-5A47-9D61-C4B46D7405CF}" type="parTrans" cxnId="{C98F00BC-04C4-6446-AE6A-E67C079B29FD}">
      <dgm:prSet/>
      <dgm:spPr/>
      <dgm:t>
        <a:bodyPr/>
        <a:lstStyle/>
        <a:p>
          <a:endParaRPr lang="en-US"/>
        </a:p>
      </dgm:t>
    </dgm:pt>
    <dgm:pt modelId="{766BE808-3CEA-164D-B3BA-6B9295461E0D}" type="sibTrans" cxnId="{C98F00BC-04C4-6446-AE6A-E67C079B29FD}">
      <dgm:prSet/>
      <dgm:spPr/>
      <dgm:t>
        <a:bodyPr/>
        <a:lstStyle/>
        <a:p>
          <a:endParaRPr lang="en-US"/>
        </a:p>
      </dgm:t>
    </dgm:pt>
    <dgm:pt modelId="{97E6DF03-F234-994F-A430-BA138AC04F6D}">
      <dgm:prSet phldrT="[Text]"/>
      <dgm:spPr/>
      <dgm:t>
        <a:bodyPr/>
        <a:lstStyle/>
        <a:p>
          <a:r>
            <a:rPr lang="en-CA" b="0" i="0" u="none" dirty="0">
              <a:latin typeface="Calibri" panose="020F0502020204030204" pitchFamily="34" charset="0"/>
              <a:cs typeface="Calibri" panose="020F0502020204030204" pitchFamily="34" charset="0"/>
            </a:rPr>
            <a:t>Regression Analysis</a:t>
          </a:r>
          <a:endParaRPr lang="en-US" b="0" i="0" dirty="0">
            <a:latin typeface="Calibri" panose="020F0502020204030204" pitchFamily="34" charset="0"/>
            <a:cs typeface="Calibri" panose="020F0502020204030204" pitchFamily="34" charset="0"/>
          </a:endParaRPr>
        </a:p>
      </dgm:t>
    </dgm:pt>
    <dgm:pt modelId="{8ED0FEE5-1219-BB4E-B1E8-B8FD8505D608}" type="parTrans" cxnId="{4BCA488E-44E4-3645-80E3-B258A55BC160}">
      <dgm:prSet/>
      <dgm:spPr/>
      <dgm:t>
        <a:bodyPr/>
        <a:lstStyle/>
        <a:p>
          <a:endParaRPr lang="en-US"/>
        </a:p>
      </dgm:t>
    </dgm:pt>
    <dgm:pt modelId="{190E35F4-130D-484C-9876-00997329ACB7}" type="sibTrans" cxnId="{4BCA488E-44E4-3645-80E3-B258A55BC160}">
      <dgm:prSet/>
      <dgm:spPr/>
      <dgm:t>
        <a:bodyPr/>
        <a:lstStyle/>
        <a:p>
          <a:endParaRPr lang="en-US"/>
        </a:p>
      </dgm:t>
    </dgm:pt>
    <dgm:pt modelId="{46F6C9E0-100B-8E48-A8CE-1E9532E23DE6}">
      <dgm:prSet phldrT="[Text]" custT="1"/>
      <dgm:spPr/>
      <dgm:t>
        <a:bodyPr/>
        <a:lstStyle/>
        <a:p>
          <a:pPr algn="l">
            <a:lnSpc>
              <a:spcPct val="150000"/>
            </a:lnSpc>
          </a:pPr>
          <a:r>
            <a:rPr lang="en-CA" sz="1800" b="0" i="0" u="none" dirty="0">
              <a:latin typeface="Calibri" panose="020F0502020204030204" pitchFamily="34" charset="0"/>
              <a:cs typeface="Calibri" panose="020F0502020204030204" pitchFamily="34" charset="0"/>
            </a:rPr>
            <a:t>Used linear regression models with interaction terms to explore relationships between variables</a:t>
          </a:r>
          <a:endParaRPr lang="en-US" sz="1800" b="0" i="0" dirty="0">
            <a:latin typeface="Calibri" panose="020F0502020204030204" pitchFamily="34" charset="0"/>
            <a:cs typeface="Calibri" panose="020F0502020204030204" pitchFamily="34" charset="0"/>
          </a:endParaRPr>
        </a:p>
      </dgm:t>
    </dgm:pt>
    <dgm:pt modelId="{D0FD4641-2940-3C46-AFB1-189183EB9237}" type="parTrans" cxnId="{63B0EB8A-9C68-484C-88C0-FEF878B80306}">
      <dgm:prSet/>
      <dgm:spPr/>
      <dgm:t>
        <a:bodyPr/>
        <a:lstStyle/>
        <a:p>
          <a:endParaRPr lang="en-US"/>
        </a:p>
      </dgm:t>
    </dgm:pt>
    <dgm:pt modelId="{BF7F2EBE-F95D-5A48-98A4-861FFBC5CB56}" type="sibTrans" cxnId="{63B0EB8A-9C68-484C-88C0-FEF878B80306}">
      <dgm:prSet/>
      <dgm:spPr/>
      <dgm:t>
        <a:bodyPr/>
        <a:lstStyle/>
        <a:p>
          <a:endParaRPr lang="en-US"/>
        </a:p>
      </dgm:t>
    </dgm:pt>
    <dgm:pt modelId="{DA270CC0-38B2-2442-AD09-77C975AAB4F2}">
      <dgm:prSet phldrT="[Text]"/>
      <dgm:spPr/>
      <dgm:t>
        <a:bodyPr/>
        <a:lstStyle/>
        <a:p>
          <a:r>
            <a:rPr lang="en-CA" b="0" i="0" u="none" dirty="0">
              <a:latin typeface="Calibri" panose="020F0502020204030204" pitchFamily="34" charset="0"/>
              <a:cs typeface="Calibri" panose="020F0502020204030204" pitchFamily="34" charset="0"/>
            </a:rPr>
            <a:t>Grouping</a:t>
          </a:r>
          <a:endParaRPr lang="en-US" b="0" i="0" dirty="0">
            <a:latin typeface="Calibri" panose="020F0502020204030204" pitchFamily="34" charset="0"/>
            <a:cs typeface="Calibri" panose="020F0502020204030204" pitchFamily="34" charset="0"/>
          </a:endParaRPr>
        </a:p>
      </dgm:t>
    </dgm:pt>
    <dgm:pt modelId="{A698CF8A-B782-DF4C-ADCE-7AF4838CF156}" type="parTrans" cxnId="{318BC700-0FD8-A347-9B4B-0D98DB568D27}">
      <dgm:prSet/>
      <dgm:spPr/>
      <dgm:t>
        <a:bodyPr/>
        <a:lstStyle/>
        <a:p>
          <a:endParaRPr lang="en-US"/>
        </a:p>
      </dgm:t>
    </dgm:pt>
    <dgm:pt modelId="{28357112-6081-1146-A9D0-9254CE703B7D}" type="sibTrans" cxnId="{318BC700-0FD8-A347-9B4B-0D98DB568D27}">
      <dgm:prSet/>
      <dgm:spPr/>
      <dgm:t>
        <a:bodyPr/>
        <a:lstStyle/>
        <a:p>
          <a:endParaRPr lang="en-US"/>
        </a:p>
      </dgm:t>
    </dgm:pt>
    <dgm:pt modelId="{26355458-8B07-3641-8194-94E99CB5DBF4}">
      <dgm:prSet custT="1"/>
      <dgm:spPr/>
      <dgm:t>
        <a:bodyPr anchor="t"/>
        <a:lstStyle/>
        <a:p>
          <a:pPr>
            <a:lnSpc>
              <a:spcPct val="150000"/>
            </a:lnSpc>
            <a:buFont typeface="Arial" panose="020B0604020202020204" pitchFamily="34" charset="0"/>
            <a:buChar char="•"/>
          </a:pPr>
          <a:r>
            <a:rPr lang="en-CA" sz="1400" b="0" i="0" u="none" dirty="0">
              <a:latin typeface="Calibri" panose="020F0502020204030204" pitchFamily="34" charset="0"/>
              <a:cs typeface="Calibri" panose="020F0502020204030204" pitchFamily="34" charset="0"/>
            </a:rPr>
            <a:t>Countries grouped by social support (Low, Medium, High)</a:t>
          </a:r>
          <a:endParaRPr lang="en-US" sz="1400" b="0" i="0" dirty="0">
            <a:latin typeface="Calibri" panose="020F0502020204030204" pitchFamily="34" charset="0"/>
            <a:cs typeface="Calibri" panose="020F0502020204030204" pitchFamily="34" charset="0"/>
          </a:endParaRPr>
        </a:p>
      </dgm:t>
    </dgm:pt>
    <dgm:pt modelId="{9CC870FC-75AC-C244-936C-7E78D07D6380}" type="parTrans" cxnId="{DF678B05-6A4D-F245-8DD5-269C74C887C4}">
      <dgm:prSet/>
      <dgm:spPr/>
      <dgm:t>
        <a:bodyPr/>
        <a:lstStyle/>
        <a:p>
          <a:endParaRPr lang="en-US"/>
        </a:p>
      </dgm:t>
    </dgm:pt>
    <dgm:pt modelId="{AA6F92F4-B452-FD48-9E42-A433A45D5208}" type="sibTrans" cxnId="{DF678B05-6A4D-F245-8DD5-269C74C887C4}">
      <dgm:prSet/>
      <dgm:spPr/>
      <dgm:t>
        <a:bodyPr/>
        <a:lstStyle/>
        <a:p>
          <a:endParaRPr lang="en-US"/>
        </a:p>
      </dgm:t>
    </dgm:pt>
    <dgm:pt modelId="{C02CE721-EA69-A746-940F-49A4ABAEF2BB}">
      <dgm:prSet custT="1"/>
      <dgm:spPr/>
      <dgm:t>
        <a:bodyPr anchor="t"/>
        <a:lstStyle/>
        <a:p>
          <a:pPr>
            <a:lnSpc>
              <a:spcPct val="150000"/>
            </a:lnSpc>
            <a:buFont typeface="Arial" panose="020B0604020202020204" pitchFamily="34" charset="0"/>
            <a:buChar char="•"/>
          </a:pPr>
          <a:r>
            <a:rPr lang="en-CA" sz="1400" b="0" i="0" u="none" dirty="0">
              <a:latin typeface="Calibri" panose="020F0502020204030204" pitchFamily="34" charset="0"/>
              <a:cs typeface="Calibri" panose="020F0502020204030204" pitchFamily="34" charset="0"/>
            </a:rPr>
            <a:t>Countries categorized by GDP per capita (Low, Medium, High)</a:t>
          </a:r>
          <a:endParaRPr lang="en-US" sz="1400" b="0" i="0" dirty="0">
            <a:latin typeface="Calibri" panose="020F0502020204030204" pitchFamily="34" charset="0"/>
            <a:cs typeface="Calibri" panose="020F0502020204030204" pitchFamily="34" charset="0"/>
          </a:endParaRPr>
        </a:p>
      </dgm:t>
    </dgm:pt>
    <dgm:pt modelId="{943BF450-938A-BB4E-AEE1-4297E6418F1E}" type="parTrans" cxnId="{8DA5A2CD-91C0-7846-8542-EBA5C5A2209F}">
      <dgm:prSet/>
      <dgm:spPr/>
      <dgm:t>
        <a:bodyPr/>
        <a:lstStyle/>
        <a:p>
          <a:endParaRPr lang="en-US"/>
        </a:p>
      </dgm:t>
    </dgm:pt>
    <dgm:pt modelId="{D05266CA-8EA3-ED4D-9D77-3DB477992621}" type="sibTrans" cxnId="{8DA5A2CD-91C0-7846-8542-EBA5C5A2209F}">
      <dgm:prSet/>
      <dgm:spPr/>
      <dgm:t>
        <a:bodyPr/>
        <a:lstStyle/>
        <a:p>
          <a:endParaRPr lang="en-US"/>
        </a:p>
      </dgm:t>
    </dgm:pt>
    <dgm:pt modelId="{B2AC7818-1DDB-5A4B-9A3C-9D833DF822B9}">
      <dgm:prSet/>
      <dgm:spPr/>
      <dgm:t>
        <a:bodyPr/>
        <a:lstStyle/>
        <a:p>
          <a:r>
            <a:rPr lang="en-CA" b="0" i="0" u="none" dirty="0">
              <a:latin typeface="Calibri" panose="020F0502020204030204" pitchFamily="34" charset="0"/>
              <a:cs typeface="Calibri" panose="020F0502020204030204" pitchFamily="34" charset="0"/>
            </a:rPr>
            <a:t>Visualization and Interpretation</a:t>
          </a:r>
          <a:endParaRPr lang="en-US" b="0" i="0" dirty="0">
            <a:latin typeface="Calibri" panose="020F0502020204030204" pitchFamily="34" charset="0"/>
            <a:cs typeface="Calibri" panose="020F0502020204030204" pitchFamily="34" charset="0"/>
          </a:endParaRPr>
        </a:p>
      </dgm:t>
    </dgm:pt>
    <dgm:pt modelId="{6997A0E1-D240-4B40-B90D-612BD6DB86C0}" type="parTrans" cxnId="{0C45D65B-C385-D94A-BB89-9135310459B6}">
      <dgm:prSet/>
      <dgm:spPr/>
      <dgm:t>
        <a:bodyPr/>
        <a:lstStyle/>
        <a:p>
          <a:endParaRPr lang="en-US"/>
        </a:p>
      </dgm:t>
    </dgm:pt>
    <dgm:pt modelId="{FD69284F-EEDF-DF42-B055-7A309DE638B7}" type="sibTrans" cxnId="{0C45D65B-C385-D94A-BB89-9135310459B6}">
      <dgm:prSet/>
      <dgm:spPr/>
      <dgm:t>
        <a:bodyPr/>
        <a:lstStyle/>
        <a:p>
          <a:endParaRPr lang="en-US"/>
        </a:p>
      </dgm:t>
    </dgm:pt>
    <dgm:pt modelId="{84BDF108-D456-FC4D-A950-926C6743E51D}">
      <dgm:prSet custT="1"/>
      <dgm:spPr/>
      <dgm:t>
        <a:bodyPr/>
        <a:lstStyle/>
        <a:p>
          <a:pPr algn="l">
            <a:lnSpc>
              <a:spcPct val="150000"/>
            </a:lnSpc>
          </a:pPr>
          <a:r>
            <a:rPr lang="en-CA" sz="1800" b="0" i="0" u="none" dirty="0">
              <a:latin typeface="Calibri" panose="020F0502020204030204" pitchFamily="34" charset="0"/>
              <a:cs typeface="Calibri" panose="020F0502020204030204" pitchFamily="34" charset="0"/>
            </a:rPr>
            <a:t>Graphical representations (scatterplots and regression lines) used to communicate findings clearly.</a:t>
          </a:r>
          <a:endParaRPr lang="en-US" sz="1800" b="0" i="0" dirty="0">
            <a:latin typeface="Calibri" panose="020F0502020204030204" pitchFamily="34" charset="0"/>
            <a:cs typeface="Calibri" panose="020F0502020204030204" pitchFamily="34" charset="0"/>
          </a:endParaRPr>
        </a:p>
      </dgm:t>
    </dgm:pt>
    <dgm:pt modelId="{2A3B7DD0-70B5-064A-B94C-D8F9C075E204}" type="parTrans" cxnId="{8E1095EA-0FC9-6D4C-8039-17450B893E46}">
      <dgm:prSet/>
      <dgm:spPr/>
      <dgm:t>
        <a:bodyPr/>
        <a:lstStyle/>
        <a:p>
          <a:endParaRPr lang="en-US"/>
        </a:p>
      </dgm:t>
    </dgm:pt>
    <dgm:pt modelId="{64D393B6-5A66-764D-B1AB-E00C1CBBAC57}" type="sibTrans" cxnId="{8E1095EA-0FC9-6D4C-8039-17450B893E46}">
      <dgm:prSet/>
      <dgm:spPr/>
      <dgm:t>
        <a:bodyPr/>
        <a:lstStyle/>
        <a:p>
          <a:endParaRPr lang="en-US"/>
        </a:p>
      </dgm:t>
    </dgm:pt>
    <dgm:pt modelId="{63108E02-26F9-3645-87A4-0AE9790C31D5}" type="pres">
      <dgm:prSet presAssocID="{C2B4A854-7224-7B44-9ADF-26ECE0D69F3A}" presName="Name0" presStyleCnt="0">
        <dgm:presLayoutVars>
          <dgm:chPref val="3"/>
          <dgm:dir/>
          <dgm:animLvl val="lvl"/>
          <dgm:resizeHandles/>
        </dgm:presLayoutVars>
      </dgm:prSet>
      <dgm:spPr/>
    </dgm:pt>
    <dgm:pt modelId="{F7145542-24F5-F948-A589-CCAFCD8DD596}" type="pres">
      <dgm:prSet presAssocID="{BAAE4F15-C2BE-F54E-BD37-D09D55E3EB10}" presName="horFlow" presStyleCnt="0"/>
      <dgm:spPr/>
    </dgm:pt>
    <dgm:pt modelId="{B0ECA3F3-0088-7445-9AA3-7207F8BA5DC1}" type="pres">
      <dgm:prSet presAssocID="{BAAE4F15-C2BE-F54E-BD37-D09D55E3EB10}" presName="bigChev" presStyleLbl="node1" presStyleIdx="0" presStyleCnt="5"/>
      <dgm:spPr/>
    </dgm:pt>
    <dgm:pt modelId="{0AC0C5F8-109B-D941-B467-47BBA505F0C9}" type="pres">
      <dgm:prSet presAssocID="{73BDC677-94EB-FB45-825E-3A269CE3D84B}" presName="parTrans" presStyleCnt="0"/>
      <dgm:spPr/>
    </dgm:pt>
    <dgm:pt modelId="{5B796B9F-DDDF-2746-82A0-00D43F13403D}" type="pres">
      <dgm:prSet presAssocID="{5FEA6425-B251-D343-847F-09EA16B5B333}" presName="node" presStyleLbl="alignAccFollowNode1" presStyleIdx="0" presStyleCnt="6" custScaleX="307975">
        <dgm:presLayoutVars>
          <dgm:bulletEnabled val="1"/>
        </dgm:presLayoutVars>
      </dgm:prSet>
      <dgm:spPr/>
    </dgm:pt>
    <dgm:pt modelId="{AA7FEBC3-654E-8645-B4B3-1BE504546C89}" type="pres">
      <dgm:prSet presAssocID="{BAAE4F15-C2BE-F54E-BD37-D09D55E3EB10}" presName="vSp" presStyleCnt="0"/>
      <dgm:spPr/>
    </dgm:pt>
    <dgm:pt modelId="{4F3FA8A0-B851-F445-916F-03F7DC1CB369}" type="pres">
      <dgm:prSet presAssocID="{8F68B50F-9A8A-1043-9A52-A96E3642E612}" presName="horFlow" presStyleCnt="0"/>
      <dgm:spPr/>
    </dgm:pt>
    <dgm:pt modelId="{43F7B7BF-0B24-364A-98D4-B37D6D5A7920}" type="pres">
      <dgm:prSet presAssocID="{8F68B50F-9A8A-1043-9A52-A96E3642E612}" presName="bigChev" presStyleLbl="node1" presStyleIdx="1" presStyleCnt="5"/>
      <dgm:spPr/>
    </dgm:pt>
    <dgm:pt modelId="{73C632FC-9C13-5342-B128-6F94918EBE57}" type="pres">
      <dgm:prSet presAssocID="{940833BE-5185-5A47-9D61-C4B46D7405CF}" presName="parTrans" presStyleCnt="0"/>
      <dgm:spPr/>
    </dgm:pt>
    <dgm:pt modelId="{C15D5E25-9658-3A4B-B1A6-34CE3AC3BBBB}" type="pres">
      <dgm:prSet presAssocID="{DE09F566-70B2-2545-BCCC-3C8C5F008CA1}" presName="node" presStyleLbl="alignAccFollowNode1" presStyleIdx="1" presStyleCnt="6" custScaleX="303444">
        <dgm:presLayoutVars>
          <dgm:bulletEnabled val="1"/>
        </dgm:presLayoutVars>
      </dgm:prSet>
      <dgm:spPr/>
    </dgm:pt>
    <dgm:pt modelId="{480E8BBC-149A-6F4C-9632-0D6F72336A78}" type="pres">
      <dgm:prSet presAssocID="{8F68B50F-9A8A-1043-9A52-A96E3642E612}" presName="vSp" presStyleCnt="0"/>
      <dgm:spPr/>
    </dgm:pt>
    <dgm:pt modelId="{AAE365C6-1538-E646-A212-3D64C32871CD}" type="pres">
      <dgm:prSet presAssocID="{97E6DF03-F234-994F-A430-BA138AC04F6D}" presName="horFlow" presStyleCnt="0"/>
      <dgm:spPr/>
    </dgm:pt>
    <dgm:pt modelId="{5CF91013-9F2D-7C4F-AE9C-B641173462A6}" type="pres">
      <dgm:prSet presAssocID="{97E6DF03-F234-994F-A430-BA138AC04F6D}" presName="bigChev" presStyleLbl="node1" presStyleIdx="2" presStyleCnt="5"/>
      <dgm:spPr/>
    </dgm:pt>
    <dgm:pt modelId="{B44E79DE-7382-B349-B7F3-F51B155B09CB}" type="pres">
      <dgm:prSet presAssocID="{D0FD4641-2940-3C46-AFB1-189183EB9237}" presName="parTrans" presStyleCnt="0"/>
      <dgm:spPr/>
    </dgm:pt>
    <dgm:pt modelId="{931420F0-A6B1-6E4A-A076-C42083199745}" type="pres">
      <dgm:prSet presAssocID="{46F6C9E0-100B-8E48-A8CE-1E9532E23DE6}" presName="node" presStyleLbl="alignAccFollowNode1" presStyleIdx="2" presStyleCnt="6" custScaleX="312483">
        <dgm:presLayoutVars>
          <dgm:bulletEnabled val="1"/>
        </dgm:presLayoutVars>
      </dgm:prSet>
      <dgm:spPr/>
    </dgm:pt>
    <dgm:pt modelId="{0541280A-6910-9748-B2E9-DA9EDDB780BA}" type="pres">
      <dgm:prSet presAssocID="{97E6DF03-F234-994F-A430-BA138AC04F6D}" presName="vSp" presStyleCnt="0"/>
      <dgm:spPr/>
    </dgm:pt>
    <dgm:pt modelId="{3C474FDE-DDA4-4647-8B93-A5717B6E0BCD}" type="pres">
      <dgm:prSet presAssocID="{DA270CC0-38B2-2442-AD09-77C975AAB4F2}" presName="horFlow" presStyleCnt="0"/>
      <dgm:spPr/>
    </dgm:pt>
    <dgm:pt modelId="{E87D4883-2B1C-8049-B4A2-8088809821BC}" type="pres">
      <dgm:prSet presAssocID="{DA270CC0-38B2-2442-AD09-77C975AAB4F2}" presName="bigChev" presStyleLbl="node1" presStyleIdx="3" presStyleCnt="5"/>
      <dgm:spPr/>
    </dgm:pt>
    <dgm:pt modelId="{1EFE5607-6C82-8746-8DF3-D687CAE89F3E}" type="pres">
      <dgm:prSet presAssocID="{9CC870FC-75AC-C244-936C-7E78D07D6380}" presName="parTrans" presStyleCnt="0"/>
      <dgm:spPr/>
    </dgm:pt>
    <dgm:pt modelId="{014B6ABC-681E-5449-A291-18BE0183B80C}" type="pres">
      <dgm:prSet presAssocID="{26355458-8B07-3641-8194-94E99CB5DBF4}" presName="node" presStyleLbl="alignAccFollowNode1" presStyleIdx="3" presStyleCnt="6" custScaleX="165234">
        <dgm:presLayoutVars>
          <dgm:bulletEnabled val="1"/>
        </dgm:presLayoutVars>
      </dgm:prSet>
      <dgm:spPr/>
    </dgm:pt>
    <dgm:pt modelId="{7642FD40-409A-9040-9173-236EA65B9028}" type="pres">
      <dgm:prSet presAssocID="{AA6F92F4-B452-FD48-9E42-A433A45D5208}" presName="sibTrans" presStyleCnt="0"/>
      <dgm:spPr/>
    </dgm:pt>
    <dgm:pt modelId="{CB3D1C79-EE06-484E-9D4F-B0E19CAB4A13}" type="pres">
      <dgm:prSet presAssocID="{C02CE721-EA69-A746-940F-49A4ABAEF2BB}" presName="node" presStyleLbl="alignAccFollowNode1" presStyleIdx="4" presStyleCnt="6" custScaleX="162311">
        <dgm:presLayoutVars>
          <dgm:bulletEnabled val="1"/>
        </dgm:presLayoutVars>
      </dgm:prSet>
      <dgm:spPr/>
    </dgm:pt>
    <dgm:pt modelId="{EB3763D0-A78B-A140-B03C-EDDE69A8FB05}" type="pres">
      <dgm:prSet presAssocID="{DA270CC0-38B2-2442-AD09-77C975AAB4F2}" presName="vSp" presStyleCnt="0"/>
      <dgm:spPr/>
    </dgm:pt>
    <dgm:pt modelId="{EE911F30-D163-C642-AF1F-CE7D4B97D96B}" type="pres">
      <dgm:prSet presAssocID="{B2AC7818-1DDB-5A4B-9A3C-9D833DF822B9}" presName="horFlow" presStyleCnt="0"/>
      <dgm:spPr/>
    </dgm:pt>
    <dgm:pt modelId="{5EDC2CAE-20A9-E34B-A93C-1332EC8BE972}" type="pres">
      <dgm:prSet presAssocID="{B2AC7818-1DDB-5A4B-9A3C-9D833DF822B9}" presName="bigChev" presStyleLbl="node1" presStyleIdx="4" presStyleCnt="5"/>
      <dgm:spPr/>
    </dgm:pt>
    <dgm:pt modelId="{ACBCE051-C68A-F54B-936D-9ED61A40CE79}" type="pres">
      <dgm:prSet presAssocID="{2A3B7DD0-70B5-064A-B94C-D8F9C075E204}" presName="parTrans" presStyleCnt="0"/>
      <dgm:spPr/>
    </dgm:pt>
    <dgm:pt modelId="{9474DF76-414D-DE4B-8500-1E83F3AAD2A8}" type="pres">
      <dgm:prSet presAssocID="{84BDF108-D456-FC4D-A950-926C6743E51D}" presName="node" presStyleLbl="alignAccFollowNode1" presStyleIdx="5" presStyleCnt="6" custScaleX="318942">
        <dgm:presLayoutVars>
          <dgm:bulletEnabled val="1"/>
        </dgm:presLayoutVars>
      </dgm:prSet>
      <dgm:spPr/>
    </dgm:pt>
  </dgm:ptLst>
  <dgm:cxnLst>
    <dgm:cxn modelId="{318BC700-0FD8-A347-9B4B-0D98DB568D27}" srcId="{C2B4A854-7224-7B44-9ADF-26ECE0D69F3A}" destId="{DA270CC0-38B2-2442-AD09-77C975AAB4F2}" srcOrd="3" destOrd="0" parTransId="{A698CF8A-B782-DF4C-ADCE-7AF4838CF156}" sibTransId="{28357112-6081-1146-A9D0-9254CE703B7D}"/>
    <dgm:cxn modelId="{DF678B05-6A4D-F245-8DD5-269C74C887C4}" srcId="{DA270CC0-38B2-2442-AD09-77C975AAB4F2}" destId="{26355458-8B07-3641-8194-94E99CB5DBF4}" srcOrd="0" destOrd="0" parTransId="{9CC870FC-75AC-C244-936C-7E78D07D6380}" sibTransId="{AA6F92F4-B452-FD48-9E42-A433A45D5208}"/>
    <dgm:cxn modelId="{6D1EEA06-7C98-3F47-BD84-382812CD4F3E}" type="presOf" srcId="{C2B4A854-7224-7B44-9ADF-26ECE0D69F3A}" destId="{63108E02-26F9-3645-87A4-0AE9790C31D5}" srcOrd="0" destOrd="0" presId="urn:microsoft.com/office/officeart/2005/8/layout/lProcess3"/>
    <dgm:cxn modelId="{1B36B909-9D17-DE40-952C-57EDBDEC1242}" srcId="{BAAE4F15-C2BE-F54E-BD37-D09D55E3EB10}" destId="{5FEA6425-B251-D343-847F-09EA16B5B333}" srcOrd="0" destOrd="0" parTransId="{73BDC677-94EB-FB45-825E-3A269CE3D84B}" sibTransId="{62F0EAA2-5DDD-9E4D-A733-AA96124CE668}"/>
    <dgm:cxn modelId="{9BA5CB16-537C-6B4F-847A-D0211CC70627}" type="presOf" srcId="{46F6C9E0-100B-8E48-A8CE-1E9532E23DE6}" destId="{931420F0-A6B1-6E4A-A076-C42083199745}" srcOrd="0" destOrd="0" presId="urn:microsoft.com/office/officeart/2005/8/layout/lProcess3"/>
    <dgm:cxn modelId="{FE68B331-6C4A-0149-8108-BCF6EBAA5686}" type="presOf" srcId="{B2AC7818-1DDB-5A4B-9A3C-9D833DF822B9}" destId="{5EDC2CAE-20A9-E34B-A93C-1332EC8BE972}" srcOrd="0" destOrd="0" presId="urn:microsoft.com/office/officeart/2005/8/layout/lProcess3"/>
    <dgm:cxn modelId="{0C45D65B-C385-D94A-BB89-9135310459B6}" srcId="{C2B4A854-7224-7B44-9ADF-26ECE0D69F3A}" destId="{B2AC7818-1DDB-5A4B-9A3C-9D833DF822B9}" srcOrd="4" destOrd="0" parTransId="{6997A0E1-D240-4B40-B90D-612BD6DB86C0}" sibTransId="{FD69284F-EEDF-DF42-B055-7A309DE638B7}"/>
    <dgm:cxn modelId="{9B3B2944-3DC8-834D-94FC-880FF950E765}" srcId="{C2B4A854-7224-7B44-9ADF-26ECE0D69F3A}" destId="{8F68B50F-9A8A-1043-9A52-A96E3642E612}" srcOrd="1" destOrd="0" parTransId="{42576C10-C2AB-6149-9134-D1502DA952A4}" sibTransId="{21369FBA-B3F2-C54D-A02F-99A4EA286933}"/>
    <dgm:cxn modelId="{7C8DDD45-1F83-BC46-9CCA-64B278F5A399}" type="presOf" srcId="{8F68B50F-9A8A-1043-9A52-A96E3642E612}" destId="{43F7B7BF-0B24-364A-98D4-B37D6D5A7920}" srcOrd="0" destOrd="0" presId="urn:microsoft.com/office/officeart/2005/8/layout/lProcess3"/>
    <dgm:cxn modelId="{068C7E70-3574-6449-8EC0-4F880ED28308}" type="presOf" srcId="{C02CE721-EA69-A746-940F-49A4ABAEF2BB}" destId="{CB3D1C79-EE06-484E-9D4F-B0E19CAB4A13}" srcOrd="0" destOrd="0" presId="urn:microsoft.com/office/officeart/2005/8/layout/lProcess3"/>
    <dgm:cxn modelId="{05B6F555-1957-F343-B276-50F025B7D53E}" type="presOf" srcId="{26355458-8B07-3641-8194-94E99CB5DBF4}" destId="{014B6ABC-681E-5449-A291-18BE0183B80C}" srcOrd="0" destOrd="0" presId="urn:microsoft.com/office/officeart/2005/8/layout/lProcess3"/>
    <dgm:cxn modelId="{72424F7E-F799-7A49-B614-EEED88782108}" type="presOf" srcId="{84BDF108-D456-FC4D-A950-926C6743E51D}" destId="{9474DF76-414D-DE4B-8500-1E83F3AAD2A8}" srcOrd="0" destOrd="0" presId="urn:microsoft.com/office/officeart/2005/8/layout/lProcess3"/>
    <dgm:cxn modelId="{63B0EB8A-9C68-484C-88C0-FEF878B80306}" srcId="{97E6DF03-F234-994F-A430-BA138AC04F6D}" destId="{46F6C9E0-100B-8E48-A8CE-1E9532E23DE6}" srcOrd="0" destOrd="0" parTransId="{D0FD4641-2940-3C46-AFB1-189183EB9237}" sibTransId="{BF7F2EBE-F95D-5A48-98A4-861FFBC5CB56}"/>
    <dgm:cxn modelId="{4BCA488E-44E4-3645-80E3-B258A55BC160}" srcId="{C2B4A854-7224-7B44-9ADF-26ECE0D69F3A}" destId="{97E6DF03-F234-994F-A430-BA138AC04F6D}" srcOrd="2" destOrd="0" parTransId="{8ED0FEE5-1219-BB4E-B1E8-B8FD8505D608}" sibTransId="{190E35F4-130D-484C-9876-00997329ACB7}"/>
    <dgm:cxn modelId="{35D323A2-2ADE-C345-9BE7-E97D9EF76DDD}" type="presOf" srcId="{BAAE4F15-C2BE-F54E-BD37-D09D55E3EB10}" destId="{B0ECA3F3-0088-7445-9AA3-7207F8BA5DC1}" srcOrd="0" destOrd="0" presId="urn:microsoft.com/office/officeart/2005/8/layout/lProcess3"/>
    <dgm:cxn modelId="{958B87B2-9A44-D742-8203-71E39E6AA6E8}" type="presOf" srcId="{5FEA6425-B251-D343-847F-09EA16B5B333}" destId="{5B796B9F-DDDF-2746-82A0-00D43F13403D}" srcOrd="0" destOrd="0" presId="urn:microsoft.com/office/officeart/2005/8/layout/lProcess3"/>
    <dgm:cxn modelId="{C98F00BC-04C4-6446-AE6A-E67C079B29FD}" srcId="{8F68B50F-9A8A-1043-9A52-A96E3642E612}" destId="{DE09F566-70B2-2545-BCCC-3C8C5F008CA1}" srcOrd="0" destOrd="0" parTransId="{940833BE-5185-5A47-9D61-C4B46D7405CF}" sibTransId="{766BE808-3CEA-164D-B3BA-6B9295461E0D}"/>
    <dgm:cxn modelId="{8DA5A2CD-91C0-7846-8542-EBA5C5A2209F}" srcId="{DA270CC0-38B2-2442-AD09-77C975AAB4F2}" destId="{C02CE721-EA69-A746-940F-49A4ABAEF2BB}" srcOrd="1" destOrd="0" parTransId="{943BF450-938A-BB4E-AEE1-4297E6418F1E}" sibTransId="{D05266CA-8EA3-ED4D-9D77-3DB477992621}"/>
    <dgm:cxn modelId="{D61B17D7-C68E-0C46-88D8-08602D9AC627}" type="presOf" srcId="{DA270CC0-38B2-2442-AD09-77C975AAB4F2}" destId="{E87D4883-2B1C-8049-B4A2-8088809821BC}" srcOrd="0" destOrd="0" presId="urn:microsoft.com/office/officeart/2005/8/layout/lProcess3"/>
    <dgm:cxn modelId="{ED4A01DC-A3FF-E344-804F-C93B6FB83387}" type="presOf" srcId="{DE09F566-70B2-2545-BCCC-3C8C5F008CA1}" destId="{C15D5E25-9658-3A4B-B1A6-34CE3AC3BBBB}" srcOrd="0" destOrd="0" presId="urn:microsoft.com/office/officeart/2005/8/layout/lProcess3"/>
    <dgm:cxn modelId="{A16827E0-EFEB-CF41-AB1B-5812B12E970B}" srcId="{C2B4A854-7224-7B44-9ADF-26ECE0D69F3A}" destId="{BAAE4F15-C2BE-F54E-BD37-D09D55E3EB10}" srcOrd="0" destOrd="0" parTransId="{D387805F-A744-974F-9098-B4973D7FC6FA}" sibTransId="{1C5FBAC9-3857-1B4E-8B91-266EBE841C22}"/>
    <dgm:cxn modelId="{010ECFE6-9F3E-5541-BF74-38B37E3EE86F}" type="presOf" srcId="{97E6DF03-F234-994F-A430-BA138AC04F6D}" destId="{5CF91013-9F2D-7C4F-AE9C-B641173462A6}" srcOrd="0" destOrd="0" presId="urn:microsoft.com/office/officeart/2005/8/layout/lProcess3"/>
    <dgm:cxn modelId="{8E1095EA-0FC9-6D4C-8039-17450B893E46}" srcId="{B2AC7818-1DDB-5A4B-9A3C-9D833DF822B9}" destId="{84BDF108-D456-FC4D-A950-926C6743E51D}" srcOrd="0" destOrd="0" parTransId="{2A3B7DD0-70B5-064A-B94C-D8F9C075E204}" sibTransId="{64D393B6-5A66-764D-B1AB-E00C1CBBAC57}"/>
    <dgm:cxn modelId="{685CE671-1907-0A42-A79D-5DBD7D5E6725}" type="presParOf" srcId="{63108E02-26F9-3645-87A4-0AE9790C31D5}" destId="{F7145542-24F5-F948-A589-CCAFCD8DD596}" srcOrd="0" destOrd="0" presId="urn:microsoft.com/office/officeart/2005/8/layout/lProcess3"/>
    <dgm:cxn modelId="{8A1CC666-D20A-BE4E-8E6D-99222208C5F4}" type="presParOf" srcId="{F7145542-24F5-F948-A589-CCAFCD8DD596}" destId="{B0ECA3F3-0088-7445-9AA3-7207F8BA5DC1}" srcOrd="0" destOrd="0" presId="urn:microsoft.com/office/officeart/2005/8/layout/lProcess3"/>
    <dgm:cxn modelId="{0AEAA0A3-A809-454F-A66C-5A9F0B9A808D}" type="presParOf" srcId="{F7145542-24F5-F948-A589-CCAFCD8DD596}" destId="{0AC0C5F8-109B-D941-B467-47BBA505F0C9}" srcOrd="1" destOrd="0" presId="urn:microsoft.com/office/officeart/2005/8/layout/lProcess3"/>
    <dgm:cxn modelId="{C34C62BB-BB3A-A946-82DC-05C8495DAF6E}" type="presParOf" srcId="{F7145542-24F5-F948-A589-CCAFCD8DD596}" destId="{5B796B9F-DDDF-2746-82A0-00D43F13403D}" srcOrd="2" destOrd="0" presId="urn:microsoft.com/office/officeart/2005/8/layout/lProcess3"/>
    <dgm:cxn modelId="{81F0427D-BD2B-E44C-95F1-881B82A8CC76}" type="presParOf" srcId="{63108E02-26F9-3645-87A4-0AE9790C31D5}" destId="{AA7FEBC3-654E-8645-B4B3-1BE504546C89}" srcOrd="1" destOrd="0" presId="urn:microsoft.com/office/officeart/2005/8/layout/lProcess3"/>
    <dgm:cxn modelId="{6F26AA73-748A-024D-9325-83EAE2A16D6D}" type="presParOf" srcId="{63108E02-26F9-3645-87A4-0AE9790C31D5}" destId="{4F3FA8A0-B851-F445-916F-03F7DC1CB369}" srcOrd="2" destOrd="0" presId="urn:microsoft.com/office/officeart/2005/8/layout/lProcess3"/>
    <dgm:cxn modelId="{8314E2E2-E7D8-BE4E-82D5-CD21EF727433}" type="presParOf" srcId="{4F3FA8A0-B851-F445-916F-03F7DC1CB369}" destId="{43F7B7BF-0B24-364A-98D4-B37D6D5A7920}" srcOrd="0" destOrd="0" presId="urn:microsoft.com/office/officeart/2005/8/layout/lProcess3"/>
    <dgm:cxn modelId="{27491971-0166-5C45-8254-FE93F92A0BF6}" type="presParOf" srcId="{4F3FA8A0-B851-F445-916F-03F7DC1CB369}" destId="{73C632FC-9C13-5342-B128-6F94918EBE57}" srcOrd="1" destOrd="0" presId="urn:microsoft.com/office/officeart/2005/8/layout/lProcess3"/>
    <dgm:cxn modelId="{26F7D664-E581-D249-A834-A000D8487702}" type="presParOf" srcId="{4F3FA8A0-B851-F445-916F-03F7DC1CB369}" destId="{C15D5E25-9658-3A4B-B1A6-34CE3AC3BBBB}" srcOrd="2" destOrd="0" presId="urn:microsoft.com/office/officeart/2005/8/layout/lProcess3"/>
    <dgm:cxn modelId="{8F2D3AB1-F9E2-9F40-A66B-B575F7830F72}" type="presParOf" srcId="{63108E02-26F9-3645-87A4-0AE9790C31D5}" destId="{480E8BBC-149A-6F4C-9632-0D6F72336A78}" srcOrd="3" destOrd="0" presId="urn:microsoft.com/office/officeart/2005/8/layout/lProcess3"/>
    <dgm:cxn modelId="{60AC73A5-8A29-954A-8479-ED594D999290}" type="presParOf" srcId="{63108E02-26F9-3645-87A4-0AE9790C31D5}" destId="{AAE365C6-1538-E646-A212-3D64C32871CD}" srcOrd="4" destOrd="0" presId="urn:microsoft.com/office/officeart/2005/8/layout/lProcess3"/>
    <dgm:cxn modelId="{1CF53CAF-D933-F14D-8E49-95BD64CA9DA9}" type="presParOf" srcId="{AAE365C6-1538-E646-A212-3D64C32871CD}" destId="{5CF91013-9F2D-7C4F-AE9C-B641173462A6}" srcOrd="0" destOrd="0" presId="urn:microsoft.com/office/officeart/2005/8/layout/lProcess3"/>
    <dgm:cxn modelId="{E195ADB5-E894-6B44-AE58-290213C2359D}" type="presParOf" srcId="{AAE365C6-1538-E646-A212-3D64C32871CD}" destId="{B44E79DE-7382-B349-B7F3-F51B155B09CB}" srcOrd="1" destOrd="0" presId="urn:microsoft.com/office/officeart/2005/8/layout/lProcess3"/>
    <dgm:cxn modelId="{3E7CC07C-1EE8-234F-9CA6-596F3A54924D}" type="presParOf" srcId="{AAE365C6-1538-E646-A212-3D64C32871CD}" destId="{931420F0-A6B1-6E4A-A076-C42083199745}" srcOrd="2" destOrd="0" presId="urn:microsoft.com/office/officeart/2005/8/layout/lProcess3"/>
    <dgm:cxn modelId="{10BA746A-A8CE-494A-824E-B0010F02B7BD}" type="presParOf" srcId="{63108E02-26F9-3645-87A4-0AE9790C31D5}" destId="{0541280A-6910-9748-B2E9-DA9EDDB780BA}" srcOrd="5" destOrd="0" presId="urn:microsoft.com/office/officeart/2005/8/layout/lProcess3"/>
    <dgm:cxn modelId="{D86B3290-2973-6A40-9CF0-54BB4D3064D3}" type="presParOf" srcId="{63108E02-26F9-3645-87A4-0AE9790C31D5}" destId="{3C474FDE-DDA4-4647-8B93-A5717B6E0BCD}" srcOrd="6" destOrd="0" presId="urn:microsoft.com/office/officeart/2005/8/layout/lProcess3"/>
    <dgm:cxn modelId="{06A6C3F6-4B2F-F24E-B031-FDDB8BB95E6E}" type="presParOf" srcId="{3C474FDE-DDA4-4647-8B93-A5717B6E0BCD}" destId="{E87D4883-2B1C-8049-B4A2-8088809821BC}" srcOrd="0" destOrd="0" presId="urn:microsoft.com/office/officeart/2005/8/layout/lProcess3"/>
    <dgm:cxn modelId="{1B7E08D9-EC31-7245-A1F4-C6FEDFE16B43}" type="presParOf" srcId="{3C474FDE-DDA4-4647-8B93-A5717B6E0BCD}" destId="{1EFE5607-6C82-8746-8DF3-D687CAE89F3E}" srcOrd="1" destOrd="0" presId="urn:microsoft.com/office/officeart/2005/8/layout/lProcess3"/>
    <dgm:cxn modelId="{ED2D87F7-0755-E648-8040-9557BDE60659}" type="presParOf" srcId="{3C474FDE-DDA4-4647-8B93-A5717B6E0BCD}" destId="{014B6ABC-681E-5449-A291-18BE0183B80C}" srcOrd="2" destOrd="0" presId="urn:microsoft.com/office/officeart/2005/8/layout/lProcess3"/>
    <dgm:cxn modelId="{FDEE916B-ADAA-5948-8CB9-52CB754F11FF}" type="presParOf" srcId="{3C474FDE-DDA4-4647-8B93-A5717B6E0BCD}" destId="{7642FD40-409A-9040-9173-236EA65B9028}" srcOrd="3" destOrd="0" presId="urn:microsoft.com/office/officeart/2005/8/layout/lProcess3"/>
    <dgm:cxn modelId="{BABE537D-9571-F245-93FD-F45DC4AE82EA}" type="presParOf" srcId="{3C474FDE-DDA4-4647-8B93-A5717B6E0BCD}" destId="{CB3D1C79-EE06-484E-9D4F-B0E19CAB4A13}" srcOrd="4" destOrd="0" presId="urn:microsoft.com/office/officeart/2005/8/layout/lProcess3"/>
    <dgm:cxn modelId="{B6BC604E-55E9-ED4B-8C1F-93D94496B551}" type="presParOf" srcId="{63108E02-26F9-3645-87A4-0AE9790C31D5}" destId="{EB3763D0-A78B-A140-B03C-EDDE69A8FB05}" srcOrd="7" destOrd="0" presId="urn:microsoft.com/office/officeart/2005/8/layout/lProcess3"/>
    <dgm:cxn modelId="{26CFDD34-EA3E-714E-9AF7-B212F4E7923D}" type="presParOf" srcId="{63108E02-26F9-3645-87A4-0AE9790C31D5}" destId="{EE911F30-D163-C642-AF1F-CE7D4B97D96B}" srcOrd="8" destOrd="0" presId="urn:microsoft.com/office/officeart/2005/8/layout/lProcess3"/>
    <dgm:cxn modelId="{6F0DB392-DE96-0F47-B0DB-443FEFAAB66A}" type="presParOf" srcId="{EE911F30-D163-C642-AF1F-CE7D4B97D96B}" destId="{5EDC2CAE-20A9-E34B-A93C-1332EC8BE972}" srcOrd="0" destOrd="0" presId="urn:microsoft.com/office/officeart/2005/8/layout/lProcess3"/>
    <dgm:cxn modelId="{D9CB66E8-4FEB-544E-A5FA-F9C45B697E19}" type="presParOf" srcId="{EE911F30-D163-C642-AF1F-CE7D4B97D96B}" destId="{ACBCE051-C68A-F54B-936D-9ED61A40CE79}" srcOrd="1" destOrd="0" presId="urn:microsoft.com/office/officeart/2005/8/layout/lProcess3"/>
    <dgm:cxn modelId="{0A52C5C3-4163-3141-879B-06F966E77B0A}" type="presParOf" srcId="{EE911F30-D163-C642-AF1F-CE7D4B97D96B}" destId="{9474DF76-414D-DE4B-8500-1E83F3AAD2A8}" srcOrd="2"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117B5A6-76E9-5644-BAEB-9E5AF7308109}"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CA5E6370-D89B-2E4D-A2D6-DEBAB5F9135B}">
      <dgm:prSet phldrT="[Text]" custT="1"/>
      <dgm:spPr/>
      <dgm:t>
        <a:bodyPr/>
        <a:lstStyle/>
        <a:p>
          <a:r>
            <a:rPr lang="en-CA" sz="2400" b="1" i="0" u="none">
              <a:latin typeface="Calibri" panose="020F0502020204030204" pitchFamily="34" charset="0"/>
              <a:ea typeface="Calibri" panose="020F0502020204030204" pitchFamily="34" charset="0"/>
              <a:cs typeface="Calibri" panose="020F0502020204030204" pitchFamily="34" charset="0"/>
            </a:rPr>
            <a:t>Healthy Life Expectancy &amp; Social Support</a:t>
          </a:r>
          <a:endParaRPr lang="en-US" sz="2400" b="1" i="0">
            <a:latin typeface="Calibri" panose="020F0502020204030204" pitchFamily="34" charset="0"/>
            <a:ea typeface="Calibri" panose="020F0502020204030204" pitchFamily="34" charset="0"/>
            <a:cs typeface="Calibri" panose="020F0502020204030204" pitchFamily="34" charset="0"/>
          </a:endParaRPr>
        </a:p>
      </dgm:t>
    </dgm:pt>
    <dgm:pt modelId="{EAAFE07E-7623-8F4A-9988-D43DE58F9E2B}" type="parTrans" cxnId="{12BFADBA-5570-1540-8305-E1755A014A21}">
      <dgm:prSet/>
      <dgm:spPr/>
      <dgm:t>
        <a:bodyPr/>
        <a:lstStyle/>
        <a:p>
          <a:endParaRPr lang="en-US"/>
        </a:p>
      </dgm:t>
    </dgm:pt>
    <dgm:pt modelId="{554FDEA4-1966-B54C-9CEB-2563667D9435}" type="sibTrans" cxnId="{12BFADBA-5570-1540-8305-E1755A014A21}">
      <dgm:prSet/>
      <dgm:spPr/>
      <dgm:t>
        <a:bodyPr/>
        <a:lstStyle/>
        <a:p>
          <a:endParaRPr lang="en-US"/>
        </a:p>
      </dgm:t>
    </dgm:pt>
    <dgm:pt modelId="{C6772A49-4BCE-5548-A3B3-5ADA69B66832}">
      <dgm:prSet phldrT="[Text]" custT="1"/>
      <dgm:spPr/>
      <dgm:t>
        <a:bodyPr/>
        <a:lstStyle/>
        <a:p>
          <a:pPr>
            <a:buNone/>
          </a:pPr>
          <a:r>
            <a:rPr lang="en-CA" sz="2400" b="0" i="0" u="none" dirty="0">
              <a:latin typeface="Calibri" panose="020F0502020204030204" pitchFamily="34" charset="0"/>
              <a:ea typeface="Calibri" panose="020F0502020204030204" pitchFamily="34" charset="0"/>
              <a:cs typeface="Calibri" panose="020F0502020204030204" pitchFamily="34" charset="0"/>
            </a:rPr>
            <a:t>Strong community connections amplify the benefits of living a longer, healthier life.</a:t>
          </a:r>
          <a:endParaRPr lang="en-US" sz="2400" b="0" i="0" dirty="0">
            <a:latin typeface="Calibri" panose="020F0502020204030204" pitchFamily="34" charset="0"/>
            <a:ea typeface="Calibri" panose="020F0502020204030204" pitchFamily="34" charset="0"/>
            <a:cs typeface="Calibri" panose="020F0502020204030204" pitchFamily="34" charset="0"/>
          </a:endParaRPr>
        </a:p>
      </dgm:t>
    </dgm:pt>
    <dgm:pt modelId="{754F3377-3879-7541-BF4C-00299E742DD8}" type="parTrans" cxnId="{5B13F619-01E9-0E4F-8C3B-050495A213A9}">
      <dgm:prSet/>
      <dgm:spPr/>
      <dgm:t>
        <a:bodyPr/>
        <a:lstStyle/>
        <a:p>
          <a:endParaRPr lang="en-US"/>
        </a:p>
      </dgm:t>
    </dgm:pt>
    <dgm:pt modelId="{1D7B0467-B3D6-C441-9877-6E81C04714AB}" type="sibTrans" cxnId="{5B13F619-01E9-0E4F-8C3B-050495A213A9}">
      <dgm:prSet/>
      <dgm:spPr/>
      <dgm:t>
        <a:bodyPr/>
        <a:lstStyle/>
        <a:p>
          <a:endParaRPr lang="en-US"/>
        </a:p>
      </dgm:t>
    </dgm:pt>
    <dgm:pt modelId="{946BC5F0-4695-7948-A53F-FB8BDA52C294}">
      <dgm:prSet phldrT="[Text]" custT="1"/>
      <dgm:spPr/>
      <dgm:t>
        <a:bodyPr/>
        <a:lstStyle/>
        <a:p>
          <a:r>
            <a:rPr lang="en-CA" sz="2400" b="0" i="0" u="none">
              <a:latin typeface="Calibri" panose="020F0502020204030204" pitchFamily="34" charset="0"/>
              <a:ea typeface="Calibri" panose="020F0502020204030204" pitchFamily="34" charset="0"/>
              <a:cs typeface="Calibri" panose="020F0502020204030204" pitchFamily="34" charset="0"/>
            </a:rPr>
            <a:t>Freedom &amp; Social Support</a:t>
          </a:r>
          <a:endParaRPr lang="en-US" sz="2400" b="0" i="0">
            <a:latin typeface="Calibri" panose="020F0502020204030204" pitchFamily="34" charset="0"/>
            <a:ea typeface="Calibri" panose="020F0502020204030204" pitchFamily="34" charset="0"/>
            <a:cs typeface="Calibri" panose="020F0502020204030204" pitchFamily="34" charset="0"/>
          </a:endParaRPr>
        </a:p>
      </dgm:t>
    </dgm:pt>
    <dgm:pt modelId="{F1BBCCB1-1678-444E-8F04-A58057180E27}" type="parTrans" cxnId="{EB8546D2-E70F-7F45-99BC-628EBAEC448F}">
      <dgm:prSet/>
      <dgm:spPr/>
      <dgm:t>
        <a:bodyPr/>
        <a:lstStyle/>
        <a:p>
          <a:endParaRPr lang="en-US"/>
        </a:p>
      </dgm:t>
    </dgm:pt>
    <dgm:pt modelId="{DC116711-0350-2443-80CE-C07C4865695E}" type="sibTrans" cxnId="{EB8546D2-E70F-7F45-99BC-628EBAEC448F}">
      <dgm:prSet/>
      <dgm:spPr/>
      <dgm:t>
        <a:bodyPr/>
        <a:lstStyle/>
        <a:p>
          <a:endParaRPr lang="en-US"/>
        </a:p>
      </dgm:t>
    </dgm:pt>
    <dgm:pt modelId="{2133815B-AC1C-D843-864A-801D8637208F}">
      <dgm:prSet phldrT="[Text]" custT="1"/>
      <dgm:spPr/>
      <dgm:t>
        <a:bodyPr/>
        <a:lstStyle/>
        <a:p>
          <a:pPr>
            <a:buNone/>
          </a:pPr>
          <a:r>
            <a:rPr lang="en-CA" sz="2400" b="0" i="0" u="none" dirty="0">
              <a:latin typeface="Calibri" panose="020F0502020204030204" pitchFamily="34" charset="0"/>
              <a:ea typeface="Calibri" panose="020F0502020204030204" pitchFamily="34" charset="0"/>
              <a:cs typeface="Calibri" panose="020F0502020204030204" pitchFamily="34" charset="0"/>
            </a:rPr>
            <a:t>Combining these factors has a greater impact on happiness than analyzing them individually.</a:t>
          </a:r>
          <a:endParaRPr lang="en-US" sz="2400" b="0" i="0" dirty="0">
            <a:latin typeface="Calibri" panose="020F0502020204030204" pitchFamily="34" charset="0"/>
            <a:ea typeface="Calibri" panose="020F0502020204030204" pitchFamily="34" charset="0"/>
            <a:cs typeface="Calibri" panose="020F0502020204030204" pitchFamily="34" charset="0"/>
          </a:endParaRPr>
        </a:p>
      </dgm:t>
    </dgm:pt>
    <dgm:pt modelId="{20585C44-204D-A346-83D8-9A63DC32A1B3}" type="parTrans" cxnId="{8D9E50C7-C22A-7D41-A9D0-22CFAA271F6A}">
      <dgm:prSet/>
      <dgm:spPr/>
      <dgm:t>
        <a:bodyPr/>
        <a:lstStyle/>
        <a:p>
          <a:endParaRPr lang="en-US"/>
        </a:p>
      </dgm:t>
    </dgm:pt>
    <dgm:pt modelId="{BC9D384F-1F4E-C443-8666-DA426F8D93BC}" type="sibTrans" cxnId="{8D9E50C7-C22A-7D41-A9D0-22CFAA271F6A}">
      <dgm:prSet/>
      <dgm:spPr/>
      <dgm:t>
        <a:bodyPr/>
        <a:lstStyle/>
        <a:p>
          <a:endParaRPr lang="en-US"/>
        </a:p>
      </dgm:t>
    </dgm:pt>
    <dgm:pt modelId="{60C75C15-28E0-7C41-B6A6-0E6FF31D9921}">
      <dgm:prSet custT="1"/>
      <dgm:spPr/>
      <dgm:t>
        <a:bodyPr/>
        <a:lstStyle/>
        <a:p>
          <a:r>
            <a:rPr lang="en-CA" sz="2400" b="0" i="0" u="none">
              <a:latin typeface="Calibri" panose="020F0502020204030204" pitchFamily="34" charset="0"/>
              <a:ea typeface="Calibri" panose="020F0502020204030204" pitchFamily="34" charset="0"/>
              <a:cs typeface="Calibri" panose="020F0502020204030204" pitchFamily="34" charset="0"/>
            </a:rPr>
            <a:t>Freedom &amp; GDP</a:t>
          </a:r>
          <a:endParaRPr lang="en-US" sz="2400" b="0" i="0">
            <a:latin typeface="Calibri" panose="020F0502020204030204" pitchFamily="34" charset="0"/>
            <a:ea typeface="Calibri" panose="020F0502020204030204" pitchFamily="34" charset="0"/>
            <a:cs typeface="Calibri" panose="020F0502020204030204" pitchFamily="34" charset="0"/>
          </a:endParaRPr>
        </a:p>
      </dgm:t>
    </dgm:pt>
    <dgm:pt modelId="{561601B5-A7CD-EB48-8CAE-899B0A658EC2}" type="parTrans" cxnId="{747FF7B0-FB56-9C4E-9335-A8996E2978DE}">
      <dgm:prSet/>
      <dgm:spPr/>
      <dgm:t>
        <a:bodyPr/>
        <a:lstStyle/>
        <a:p>
          <a:endParaRPr lang="en-US"/>
        </a:p>
      </dgm:t>
    </dgm:pt>
    <dgm:pt modelId="{35D4DB47-92A6-3347-98BE-768937BB144D}" type="sibTrans" cxnId="{747FF7B0-FB56-9C4E-9335-A8996E2978DE}">
      <dgm:prSet/>
      <dgm:spPr/>
      <dgm:t>
        <a:bodyPr/>
        <a:lstStyle/>
        <a:p>
          <a:endParaRPr lang="en-US"/>
        </a:p>
      </dgm:t>
    </dgm:pt>
    <dgm:pt modelId="{453741F4-8639-2D45-92D6-C88409DD0725}">
      <dgm:prSet custT="1"/>
      <dgm:spPr/>
      <dgm:t>
        <a:bodyPr/>
        <a:lstStyle/>
        <a:p>
          <a:pPr>
            <a:buNone/>
          </a:pPr>
          <a:r>
            <a:rPr lang="en-CA" sz="2400" b="0" i="0" u="none" dirty="0">
              <a:latin typeface="Calibri" panose="020F0502020204030204" pitchFamily="34" charset="0"/>
              <a:ea typeface="Calibri" panose="020F0502020204030204" pitchFamily="34" charset="0"/>
              <a:cs typeface="Calibri" panose="020F0502020204030204" pitchFamily="34" charset="0"/>
            </a:rPr>
            <a:t>In wealthier countries, economic stability enhances the positive effect of personal freedoms on happiness.</a:t>
          </a:r>
          <a:endParaRPr lang="en-US" sz="2400" b="0" i="0" dirty="0">
            <a:latin typeface="Calibri" panose="020F0502020204030204" pitchFamily="34" charset="0"/>
            <a:ea typeface="Calibri" panose="020F0502020204030204" pitchFamily="34" charset="0"/>
            <a:cs typeface="Calibri" panose="020F0502020204030204" pitchFamily="34" charset="0"/>
          </a:endParaRPr>
        </a:p>
      </dgm:t>
    </dgm:pt>
    <dgm:pt modelId="{71F13F1B-6B7E-AC4D-8248-143D60B5E7E9}" type="parTrans" cxnId="{5B2CAC66-9152-6D44-8CF8-F64A81FC5E27}">
      <dgm:prSet/>
      <dgm:spPr/>
      <dgm:t>
        <a:bodyPr/>
        <a:lstStyle/>
        <a:p>
          <a:endParaRPr lang="en-US"/>
        </a:p>
      </dgm:t>
    </dgm:pt>
    <dgm:pt modelId="{0A66775E-DC30-4F4A-82C6-21514D04A2C3}" type="sibTrans" cxnId="{5B2CAC66-9152-6D44-8CF8-F64A81FC5E27}">
      <dgm:prSet/>
      <dgm:spPr/>
      <dgm:t>
        <a:bodyPr/>
        <a:lstStyle/>
        <a:p>
          <a:endParaRPr lang="en-US"/>
        </a:p>
      </dgm:t>
    </dgm:pt>
    <dgm:pt modelId="{0D2A3093-1FA6-4AC5-92F2-B41B4CBDBFE5}" type="pres">
      <dgm:prSet presAssocID="{C117B5A6-76E9-5644-BAEB-9E5AF7308109}" presName="linear" presStyleCnt="0">
        <dgm:presLayoutVars>
          <dgm:dir/>
          <dgm:animLvl val="lvl"/>
          <dgm:resizeHandles val="exact"/>
        </dgm:presLayoutVars>
      </dgm:prSet>
      <dgm:spPr/>
    </dgm:pt>
    <dgm:pt modelId="{65E9E65E-4CC1-4506-A2D2-FD15EDADED2E}" type="pres">
      <dgm:prSet presAssocID="{CA5E6370-D89B-2E4D-A2D6-DEBAB5F9135B}" presName="parentLin" presStyleCnt="0"/>
      <dgm:spPr/>
    </dgm:pt>
    <dgm:pt modelId="{E83FB720-9586-4D51-A5F0-2FD0591C84A6}" type="pres">
      <dgm:prSet presAssocID="{CA5E6370-D89B-2E4D-A2D6-DEBAB5F9135B}" presName="parentLeftMargin" presStyleLbl="node1" presStyleIdx="0" presStyleCnt="3"/>
      <dgm:spPr/>
    </dgm:pt>
    <dgm:pt modelId="{321CD2A1-4584-4AF6-9C33-2452BD4296D5}" type="pres">
      <dgm:prSet presAssocID="{CA5E6370-D89B-2E4D-A2D6-DEBAB5F9135B}" presName="parentText" presStyleLbl="node1" presStyleIdx="0" presStyleCnt="3" custScaleX="142857">
        <dgm:presLayoutVars>
          <dgm:chMax val="0"/>
          <dgm:bulletEnabled val="1"/>
        </dgm:presLayoutVars>
      </dgm:prSet>
      <dgm:spPr/>
    </dgm:pt>
    <dgm:pt modelId="{CDC09EBA-594B-469D-9F1D-5CBE944A4A6E}" type="pres">
      <dgm:prSet presAssocID="{CA5E6370-D89B-2E4D-A2D6-DEBAB5F9135B}" presName="negativeSpace" presStyleCnt="0"/>
      <dgm:spPr/>
    </dgm:pt>
    <dgm:pt modelId="{22450C90-3CA3-4DD0-BF49-ED668B1828AD}" type="pres">
      <dgm:prSet presAssocID="{CA5E6370-D89B-2E4D-A2D6-DEBAB5F9135B}" presName="childText" presStyleLbl="conFgAcc1" presStyleIdx="0" presStyleCnt="3">
        <dgm:presLayoutVars>
          <dgm:bulletEnabled val="1"/>
        </dgm:presLayoutVars>
      </dgm:prSet>
      <dgm:spPr/>
    </dgm:pt>
    <dgm:pt modelId="{88D250DA-926C-4AD0-B67F-5E84C7E73150}" type="pres">
      <dgm:prSet presAssocID="{554FDEA4-1966-B54C-9CEB-2563667D9435}" presName="spaceBetweenRectangles" presStyleCnt="0"/>
      <dgm:spPr/>
    </dgm:pt>
    <dgm:pt modelId="{FE7D9D29-29C5-421E-BCC0-3A739C509006}" type="pres">
      <dgm:prSet presAssocID="{946BC5F0-4695-7948-A53F-FB8BDA52C294}" presName="parentLin" presStyleCnt="0"/>
      <dgm:spPr/>
    </dgm:pt>
    <dgm:pt modelId="{3E7BB88D-E816-4A7F-A992-54C7F63C99B5}" type="pres">
      <dgm:prSet presAssocID="{946BC5F0-4695-7948-A53F-FB8BDA52C294}" presName="parentLeftMargin" presStyleLbl="node1" presStyleIdx="0" presStyleCnt="3"/>
      <dgm:spPr/>
    </dgm:pt>
    <dgm:pt modelId="{B4A28CF1-9EDF-4D25-B6C0-51A148AB848D}" type="pres">
      <dgm:prSet presAssocID="{946BC5F0-4695-7948-A53F-FB8BDA52C294}" presName="parentText" presStyleLbl="node1" presStyleIdx="1" presStyleCnt="3" custScaleX="142857">
        <dgm:presLayoutVars>
          <dgm:chMax val="0"/>
          <dgm:bulletEnabled val="1"/>
        </dgm:presLayoutVars>
      </dgm:prSet>
      <dgm:spPr/>
    </dgm:pt>
    <dgm:pt modelId="{3AEA35EC-456C-4B2D-AC21-6CD3A26F2961}" type="pres">
      <dgm:prSet presAssocID="{946BC5F0-4695-7948-A53F-FB8BDA52C294}" presName="negativeSpace" presStyleCnt="0"/>
      <dgm:spPr/>
    </dgm:pt>
    <dgm:pt modelId="{850B0766-229F-487D-8C06-52DC3F968197}" type="pres">
      <dgm:prSet presAssocID="{946BC5F0-4695-7948-A53F-FB8BDA52C294}" presName="childText" presStyleLbl="conFgAcc1" presStyleIdx="1" presStyleCnt="3">
        <dgm:presLayoutVars>
          <dgm:bulletEnabled val="1"/>
        </dgm:presLayoutVars>
      </dgm:prSet>
      <dgm:spPr/>
    </dgm:pt>
    <dgm:pt modelId="{77FC8D0E-729F-4DBE-812C-85DF8A41E4C7}" type="pres">
      <dgm:prSet presAssocID="{DC116711-0350-2443-80CE-C07C4865695E}" presName="spaceBetweenRectangles" presStyleCnt="0"/>
      <dgm:spPr/>
    </dgm:pt>
    <dgm:pt modelId="{E516F4CA-AC50-41D2-82F1-3AD513801FCC}" type="pres">
      <dgm:prSet presAssocID="{60C75C15-28E0-7C41-B6A6-0E6FF31D9921}" presName="parentLin" presStyleCnt="0"/>
      <dgm:spPr/>
    </dgm:pt>
    <dgm:pt modelId="{C10E37E0-FAF6-4C70-BEE6-AF11B5147787}" type="pres">
      <dgm:prSet presAssocID="{60C75C15-28E0-7C41-B6A6-0E6FF31D9921}" presName="parentLeftMargin" presStyleLbl="node1" presStyleIdx="1" presStyleCnt="3"/>
      <dgm:spPr/>
    </dgm:pt>
    <dgm:pt modelId="{7F1B5511-5BA9-460E-9FDF-0287E6B8AD88}" type="pres">
      <dgm:prSet presAssocID="{60C75C15-28E0-7C41-B6A6-0E6FF31D9921}" presName="parentText" presStyleLbl="node1" presStyleIdx="2" presStyleCnt="3" custScaleX="142857">
        <dgm:presLayoutVars>
          <dgm:chMax val="0"/>
          <dgm:bulletEnabled val="1"/>
        </dgm:presLayoutVars>
      </dgm:prSet>
      <dgm:spPr/>
    </dgm:pt>
    <dgm:pt modelId="{23314642-7E7E-4BA7-901F-44C8D023C72C}" type="pres">
      <dgm:prSet presAssocID="{60C75C15-28E0-7C41-B6A6-0E6FF31D9921}" presName="negativeSpace" presStyleCnt="0"/>
      <dgm:spPr/>
    </dgm:pt>
    <dgm:pt modelId="{133CF209-A1A2-40FA-AA77-B6C41230270B}" type="pres">
      <dgm:prSet presAssocID="{60C75C15-28E0-7C41-B6A6-0E6FF31D9921}" presName="childText" presStyleLbl="conFgAcc1" presStyleIdx="2" presStyleCnt="3">
        <dgm:presLayoutVars>
          <dgm:bulletEnabled val="1"/>
        </dgm:presLayoutVars>
      </dgm:prSet>
      <dgm:spPr/>
    </dgm:pt>
  </dgm:ptLst>
  <dgm:cxnLst>
    <dgm:cxn modelId="{91AC3203-3615-4B82-A44C-EADC92A51EEE}" type="presOf" srcId="{CA5E6370-D89B-2E4D-A2D6-DEBAB5F9135B}" destId="{E83FB720-9586-4D51-A5F0-2FD0591C84A6}" srcOrd="0" destOrd="0" presId="urn:microsoft.com/office/officeart/2005/8/layout/list1"/>
    <dgm:cxn modelId="{5B13F619-01E9-0E4F-8C3B-050495A213A9}" srcId="{CA5E6370-D89B-2E4D-A2D6-DEBAB5F9135B}" destId="{C6772A49-4BCE-5548-A3B3-5ADA69B66832}" srcOrd="0" destOrd="0" parTransId="{754F3377-3879-7541-BF4C-00299E742DD8}" sibTransId="{1D7B0467-B3D6-C441-9877-6E81C04714AB}"/>
    <dgm:cxn modelId="{2AD26B1E-AA31-47B7-A22C-E9783722C1DA}" type="presOf" srcId="{60C75C15-28E0-7C41-B6A6-0E6FF31D9921}" destId="{C10E37E0-FAF6-4C70-BEE6-AF11B5147787}" srcOrd="0" destOrd="0" presId="urn:microsoft.com/office/officeart/2005/8/layout/list1"/>
    <dgm:cxn modelId="{1C69685E-5C71-40DB-94ED-62B9CC0CF3F1}" type="presOf" srcId="{453741F4-8639-2D45-92D6-C88409DD0725}" destId="{133CF209-A1A2-40FA-AA77-B6C41230270B}" srcOrd="0" destOrd="0" presId="urn:microsoft.com/office/officeart/2005/8/layout/list1"/>
    <dgm:cxn modelId="{B0B47262-0C77-4060-8789-C09D000922BF}" type="presOf" srcId="{C117B5A6-76E9-5644-BAEB-9E5AF7308109}" destId="{0D2A3093-1FA6-4AC5-92F2-B41B4CBDBFE5}" srcOrd="0" destOrd="0" presId="urn:microsoft.com/office/officeart/2005/8/layout/list1"/>
    <dgm:cxn modelId="{5B2CAC66-9152-6D44-8CF8-F64A81FC5E27}" srcId="{60C75C15-28E0-7C41-B6A6-0E6FF31D9921}" destId="{453741F4-8639-2D45-92D6-C88409DD0725}" srcOrd="0" destOrd="0" parTransId="{71F13F1B-6B7E-AC4D-8248-143D60B5E7E9}" sibTransId="{0A66775E-DC30-4F4A-82C6-21514D04A2C3}"/>
    <dgm:cxn modelId="{AF56116E-6DCB-468F-AFAB-762FB63BEAD3}" type="presOf" srcId="{60C75C15-28E0-7C41-B6A6-0E6FF31D9921}" destId="{7F1B5511-5BA9-460E-9FDF-0287E6B8AD88}" srcOrd="1" destOrd="0" presId="urn:microsoft.com/office/officeart/2005/8/layout/list1"/>
    <dgm:cxn modelId="{35288B9E-2D05-4D9F-8D60-F9C2D727A474}" type="presOf" srcId="{C6772A49-4BCE-5548-A3B3-5ADA69B66832}" destId="{22450C90-3CA3-4DD0-BF49-ED668B1828AD}" srcOrd="0" destOrd="0" presId="urn:microsoft.com/office/officeart/2005/8/layout/list1"/>
    <dgm:cxn modelId="{747FF7B0-FB56-9C4E-9335-A8996E2978DE}" srcId="{C117B5A6-76E9-5644-BAEB-9E5AF7308109}" destId="{60C75C15-28E0-7C41-B6A6-0E6FF31D9921}" srcOrd="2" destOrd="0" parTransId="{561601B5-A7CD-EB48-8CAE-899B0A658EC2}" sibTransId="{35D4DB47-92A6-3347-98BE-768937BB144D}"/>
    <dgm:cxn modelId="{C2EB66B5-EDE3-4E1F-A0CD-F67F0DE7E444}" type="presOf" srcId="{CA5E6370-D89B-2E4D-A2D6-DEBAB5F9135B}" destId="{321CD2A1-4584-4AF6-9C33-2452BD4296D5}" srcOrd="1" destOrd="0" presId="urn:microsoft.com/office/officeart/2005/8/layout/list1"/>
    <dgm:cxn modelId="{12BFADBA-5570-1540-8305-E1755A014A21}" srcId="{C117B5A6-76E9-5644-BAEB-9E5AF7308109}" destId="{CA5E6370-D89B-2E4D-A2D6-DEBAB5F9135B}" srcOrd="0" destOrd="0" parTransId="{EAAFE07E-7623-8F4A-9988-D43DE58F9E2B}" sibTransId="{554FDEA4-1966-B54C-9CEB-2563667D9435}"/>
    <dgm:cxn modelId="{315FD2C3-1B0F-4908-9F69-78827A4541C5}" type="presOf" srcId="{946BC5F0-4695-7948-A53F-FB8BDA52C294}" destId="{B4A28CF1-9EDF-4D25-B6C0-51A148AB848D}" srcOrd="1" destOrd="0" presId="urn:microsoft.com/office/officeart/2005/8/layout/list1"/>
    <dgm:cxn modelId="{8D9E50C7-C22A-7D41-A9D0-22CFAA271F6A}" srcId="{946BC5F0-4695-7948-A53F-FB8BDA52C294}" destId="{2133815B-AC1C-D843-864A-801D8637208F}" srcOrd="0" destOrd="0" parTransId="{20585C44-204D-A346-83D8-9A63DC32A1B3}" sibTransId="{BC9D384F-1F4E-C443-8666-DA426F8D93BC}"/>
    <dgm:cxn modelId="{EB8546D2-E70F-7F45-99BC-628EBAEC448F}" srcId="{C117B5A6-76E9-5644-BAEB-9E5AF7308109}" destId="{946BC5F0-4695-7948-A53F-FB8BDA52C294}" srcOrd="1" destOrd="0" parTransId="{F1BBCCB1-1678-444E-8F04-A58057180E27}" sibTransId="{DC116711-0350-2443-80CE-C07C4865695E}"/>
    <dgm:cxn modelId="{A611ADD8-E7E6-45E4-8E76-768F8024B5C4}" type="presOf" srcId="{946BC5F0-4695-7948-A53F-FB8BDA52C294}" destId="{3E7BB88D-E816-4A7F-A992-54C7F63C99B5}" srcOrd="0" destOrd="0" presId="urn:microsoft.com/office/officeart/2005/8/layout/list1"/>
    <dgm:cxn modelId="{0EA052DB-18E6-4468-9309-430D7F21B77F}" type="presOf" srcId="{2133815B-AC1C-D843-864A-801D8637208F}" destId="{850B0766-229F-487D-8C06-52DC3F968197}" srcOrd="0" destOrd="0" presId="urn:microsoft.com/office/officeart/2005/8/layout/list1"/>
    <dgm:cxn modelId="{30B622DE-1F75-475B-A472-DA472AB220C5}" type="presParOf" srcId="{0D2A3093-1FA6-4AC5-92F2-B41B4CBDBFE5}" destId="{65E9E65E-4CC1-4506-A2D2-FD15EDADED2E}" srcOrd="0" destOrd="0" presId="urn:microsoft.com/office/officeart/2005/8/layout/list1"/>
    <dgm:cxn modelId="{2670E5A3-386C-4A29-8AAB-79C2F6BE930C}" type="presParOf" srcId="{65E9E65E-4CC1-4506-A2D2-FD15EDADED2E}" destId="{E83FB720-9586-4D51-A5F0-2FD0591C84A6}" srcOrd="0" destOrd="0" presId="urn:microsoft.com/office/officeart/2005/8/layout/list1"/>
    <dgm:cxn modelId="{0F8813D5-0389-4D3C-95DA-842C0241B6A7}" type="presParOf" srcId="{65E9E65E-4CC1-4506-A2D2-FD15EDADED2E}" destId="{321CD2A1-4584-4AF6-9C33-2452BD4296D5}" srcOrd="1" destOrd="0" presId="urn:microsoft.com/office/officeart/2005/8/layout/list1"/>
    <dgm:cxn modelId="{1E5BACF1-D557-4522-AC16-0CDDCD7A7EAE}" type="presParOf" srcId="{0D2A3093-1FA6-4AC5-92F2-B41B4CBDBFE5}" destId="{CDC09EBA-594B-469D-9F1D-5CBE944A4A6E}" srcOrd="1" destOrd="0" presId="urn:microsoft.com/office/officeart/2005/8/layout/list1"/>
    <dgm:cxn modelId="{B30FDCC6-D8EF-4DA8-8B4B-9E9B98179DC3}" type="presParOf" srcId="{0D2A3093-1FA6-4AC5-92F2-B41B4CBDBFE5}" destId="{22450C90-3CA3-4DD0-BF49-ED668B1828AD}" srcOrd="2" destOrd="0" presId="urn:microsoft.com/office/officeart/2005/8/layout/list1"/>
    <dgm:cxn modelId="{73CBA86A-092D-47B0-8305-4AB833FCC521}" type="presParOf" srcId="{0D2A3093-1FA6-4AC5-92F2-B41B4CBDBFE5}" destId="{88D250DA-926C-4AD0-B67F-5E84C7E73150}" srcOrd="3" destOrd="0" presId="urn:microsoft.com/office/officeart/2005/8/layout/list1"/>
    <dgm:cxn modelId="{AF615941-8510-4569-863F-887B9D92D12C}" type="presParOf" srcId="{0D2A3093-1FA6-4AC5-92F2-B41B4CBDBFE5}" destId="{FE7D9D29-29C5-421E-BCC0-3A739C509006}" srcOrd="4" destOrd="0" presId="urn:microsoft.com/office/officeart/2005/8/layout/list1"/>
    <dgm:cxn modelId="{0C58BC80-3717-4F9D-A96C-E345E058E071}" type="presParOf" srcId="{FE7D9D29-29C5-421E-BCC0-3A739C509006}" destId="{3E7BB88D-E816-4A7F-A992-54C7F63C99B5}" srcOrd="0" destOrd="0" presId="urn:microsoft.com/office/officeart/2005/8/layout/list1"/>
    <dgm:cxn modelId="{A18393F8-174C-45B7-8657-AB6210BEBC73}" type="presParOf" srcId="{FE7D9D29-29C5-421E-BCC0-3A739C509006}" destId="{B4A28CF1-9EDF-4D25-B6C0-51A148AB848D}" srcOrd="1" destOrd="0" presId="urn:microsoft.com/office/officeart/2005/8/layout/list1"/>
    <dgm:cxn modelId="{FFBDAC30-6E15-41F3-8935-809E54D2D4B6}" type="presParOf" srcId="{0D2A3093-1FA6-4AC5-92F2-B41B4CBDBFE5}" destId="{3AEA35EC-456C-4B2D-AC21-6CD3A26F2961}" srcOrd="5" destOrd="0" presId="urn:microsoft.com/office/officeart/2005/8/layout/list1"/>
    <dgm:cxn modelId="{9AEB0904-BC2D-4DF0-AF46-B5B7EF44EC05}" type="presParOf" srcId="{0D2A3093-1FA6-4AC5-92F2-B41B4CBDBFE5}" destId="{850B0766-229F-487D-8C06-52DC3F968197}" srcOrd="6" destOrd="0" presId="urn:microsoft.com/office/officeart/2005/8/layout/list1"/>
    <dgm:cxn modelId="{EEFD1672-3BE6-4ED3-8A36-0C2609034BB5}" type="presParOf" srcId="{0D2A3093-1FA6-4AC5-92F2-B41B4CBDBFE5}" destId="{77FC8D0E-729F-4DBE-812C-85DF8A41E4C7}" srcOrd="7" destOrd="0" presId="urn:microsoft.com/office/officeart/2005/8/layout/list1"/>
    <dgm:cxn modelId="{DFFF0907-36F3-4EB0-8034-8DF694B524AF}" type="presParOf" srcId="{0D2A3093-1FA6-4AC5-92F2-B41B4CBDBFE5}" destId="{E516F4CA-AC50-41D2-82F1-3AD513801FCC}" srcOrd="8" destOrd="0" presId="urn:microsoft.com/office/officeart/2005/8/layout/list1"/>
    <dgm:cxn modelId="{E7CE7E1B-B3A3-42F0-9B9D-E262D36D1033}" type="presParOf" srcId="{E516F4CA-AC50-41D2-82F1-3AD513801FCC}" destId="{C10E37E0-FAF6-4C70-BEE6-AF11B5147787}" srcOrd="0" destOrd="0" presId="urn:microsoft.com/office/officeart/2005/8/layout/list1"/>
    <dgm:cxn modelId="{1B0075E4-3A72-4197-999B-50A2B32E1A46}" type="presParOf" srcId="{E516F4CA-AC50-41D2-82F1-3AD513801FCC}" destId="{7F1B5511-5BA9-460E-9FDF-0287E6B8AD88}" srcOrd="1" destOrd="0" presId="urn:microsoft.com/office/officeart/2005/8/layout/list1"/>
    <dgm:cxn modelId="{51090859-2B6D-4807-AA35-DDB13FC5FC51}" type="presParOf" srcId="{0D2A3093-1FA6-4AC5-92F2-B41B4CBDBFE5}" destId="{23314642-7E7E-4BA7-901F-44C8D023C72C}" srcOrd="9" destOrd="0" presId="urn:microsoft.com/office/officeart/2005/8/layout/list1"/>
    <dgm:cxn modelId="{C46D0B69-1A9C-42B4-9AEC-768BD45244F6}" type="presParOf" srcId="{0D2A3093-1FA6-4AC5-92F2-B41B4CBDBFE5}" destId="{133CF209-A1A2-40FA-AA77-B6C41230270B}"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9DE0D2-A4B0-3241-9FEF-F901314195D1}">
      <dsp:nvSpPr>
        <dsp:cNvPr id="0" name=""/>
        <dsp:cNvSpPr/>
      </dsp:nvSpPr>
      <dsp:spPr>
        <a:xfrm rot="5400000">
          <a:off x="-289718" y="289718"/>
          <a:ext cx="1931458" cy="1352020"/>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n-US" sz="3800" kern="1200" dirty="0"/>
            <a:t>1</a:t>
          </a:r>
        </a:p>
      </dsp:txBody>
      <dsp:txXfrm rot="-5400000">
        <a:off x="1" y="676009"/>
        <a:ext cx="1352020" cy="579438"/>
      </dsp:txXfrm>
    </dsp:sp>
    <dsp:sp modelId="{800E9FF9-EFBA-7840-9F24-E1E710FE1617}">
      <dsp:nvSpPr>
        <dsp:cNvPr id="0" name=""/>
        <dsp:cNvSpPr/>
      </dsp:nvSpPr>
      <dsp:spPr>
        <a:xfrm rot="5400000">
          <a:off x="4740029" y="-3384922"/>
          <a:ext cx="1255447" cy="803146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None/>
          </a:pPr>
          <a:r>
            <a:rPr lang="en-US" sz="3100" kern="1200" dirty="0">
              <a:latin typeface="Calibri" panose="020F0502020204030204" pitchFamily="34" charset="0"/>
              <a:cs typeface="Calibri" panose="020F0502020204030204" pitchFamily="34" charset="0"/>
            </a:rPr>
            <a:t>Does social support amplify the impact of healthy life expectancy on happiness?</a:t>
          </a:r>
          <a:endParaRPr lang="en-US" sz="3100" kern="1200" dirty="0"/>
        </a:p>
      </dsp:txBody>
      <dsp:txXfrm rot="-5400000">
        <a:off x="1352020" y="64373"/>
        <a:ext cx="7970179" cy="1132875"/>
      </dsp:txXfrm>
    </dsp:sp>
    <dsp:sp modelId="{27FF83E6-D055-194D-ADAC-02781C798759}">
      <dsp:nvSpPr>
        <dsp:cNvPr id="0" name=""/>
        <dsp:cNvSpPr/>
      </dsp:nvSpPr>
      <dsp:spPr>
        <a:xfrm rot="5400000">
          <a:off x="-289718" y="2033323"/>
          <a:ext cx="1931458" cy="1352020"/>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n-US" sz="3800" kern="1200" dirty="0"/>
            <a:t>2</a:t>
          </a:r>
        </a:p>
      </dsp:txBody>
      <dsp:txXfrm rot="-5400000">
        <a:off x="1" y="2419614"/>
        <a:ext cx="1352020" cy="579438"/>
      </dsp:txXfrm>
    </dsp:sp>
    <dsp:sp modelId="{13481DF3-367C-EE4E-B436-59BFCCE947DE}">
      <dsp:nvSpPr>
        <dsp:cNvPr id="0" name=""/>
        <dsp:cNvSpPr/>
      </dsp:nvSpPr>
      <dsp:spPr>
        <a:xfrm rot="5400000">
          <a:off x="4740029" y="-1644404"/>
          <a:ext cx="1255447" cy="803146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Font typeface="+mj-lt"/>
            <a:buNone/>
          </a:pPr>
          <a:r>
            <a:rPr lang="en-US" sz="3100" kern="1200" dirty="0">
              <a:latin typeface="Calibri" panose="020F0502020204030204" pitchFamily="34" charset="0"/>
              <a:cs typeface="Calibri" panose="020F0502020204030204" pitchFamily="34" charset="0"/>
            </a:rPr>
            <a:t>Does social support amplify the impact of healthy life expectancy on happiness?</a:t>
          </a:r>
          <a:endParaRPr lang="en-US" sz="3100" kern="1200" dirty="0"/>
        </a:p>
      </dsp:txBody>
      <dsp:txXfrm rot="-5400000">
        <a:off x="1352020" y="1804891"/>
        <a:ext cx="7970179" cy="1132875"/>
      </dsp:txXfrm>
    </dsp:sp>
    <dsp:sp modelId="{7B31D047-F891-DA46-93D7-824FB95FC01D}">
      <dsp:nvSpPr>
        <dsp:cNvPr id="0" name=""/>
        <dsp:cNvSpPr/>
      </dsp:nvSpPr>
      <dsp:spPr>
        <a:xfrm rot="5400000">
          <a:off x="-289718" y="3773840"/>
          <a:ext cx="1931458" cy="1352020"/>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a:lnSpc>
              <a:spcPct val="90000"/>
            </a:lnSpc>
            <a:spcBef>
              <a:spcPct val="0"/>
            </a:spcBef>
            <a:spcAft>
              <a:spcPct val="35000"/>
            </a:spcAft>
            <a:buNone/>
          </a:pPr>
          <a:r>
            <a:rPr lang="en-US" sz="3800" kern="1200" dirty="0"/>
            <a:t>3</a:t>
          </a:r>
        </a:p>
      </dsp:txBody>
      <dsp:txXfrm rot="-5400000">
        <a:off x="1" y="4160131"/>
        <a:ext cx="1352020" cy="579438"/>
      </dsp:txXfrm>
    </dsp:sp>
    <dsp:sp modelId="{9B255C6D-84ED-E440-8568-7BAA78455EE5}">
      <dsp:nvSpPr>
        <dsp:cNvPr id="0" name=""/>
        <dsp:cNvSpPr/>
      </dsp:nvSpPr>
      <dsp:spPr>
        <a:xfrm rot="5400000">
          <a:off x="4740029" y="96113"/>
          <a:ext cx="1255447" cy="803146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Font typeface="+mj-lt"/>
            <a:buNone/>
          </a:pPr>
          <a:r>
            <a:rPr lang="en-US" sz="3100" kern="1200" dirty="0">
              <a:latin typeface="Calibri" panose="020F0502020204030204" pitchFamily="34" charset="0"/>
              <a:cs typeface="Calibri" panose="020F0502020204030204" pitchFamily="34" charset="0"/>
            </a:rPr>
            <a:t>Does GDP per capita moderate the relationship between freedom and happiness?</a:t>
          </a:r>
          <a:endParaRPr lang="en-US" sz="3100" kern="1200" dirty="0"/>
        </a:p>
      </dsp:txBody>
      <dsp:txXfrm rot="-5400000">
        <a:off x="1352020" y="3545408"/>
        <a:ext cx="7970179" cy="11328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ECA3F3-0088-7445-9AA3-7207F8BA5DC1}">
      <dsp:nvSpPr>
        <dsp:cNvPr id="0" name=""/>
        <dsp:cNvSpPr/>
      </dsp:nvSpPr>
      <dsp:spPr>
        <a:xfrm>
          <a:off x="1230362" y="457"/>
          <a:ext cx="2427337" cy="970934"/>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CA" sz="1900" b="0" i="0" u="none" kern="1200" dirty="0">
              <a:latin typeface="Calibri" panose="020F0502020204030204" pitchFamily="34" charset="0"/>
              <a:cs typeface="Calibri" panose="020F0502020204030204" pitchFamily="34" charset="0"/>
            </a:rPr>
            <a:t>Data Collection</a:t>
          </a:r>
          <a:endParaRPr lang="en-US" sz="1900" b="0" i="0" kern="1200" dirty="0">
            <a:latin typeface="Calibri" panose="020F0502020204030204" pitchFamily="34" charset="0"/>
            <a:cs typeface="Calibri" panose="020F0502020204030204" pitchFamily="34" charset="0"/>
          </a:endParaRPr>
        </a:p>
      </dsp:txBody>
      <dsp:txXfrm>
        <a:off x="1715829" y="457"/>
        <a:ext cx="1456403" cy="970934"/>
      </dsp:txXfrm>
    </dsp:sp>
    <dsp:sp modelId="{5B796B9F-DDDF-2746-82A0-00D43F13403D}">
      <dsp:nvSpPr>
        <dsp:cNvPr id="0" name=""/>
        <dsp:cNvSpPr/>
      </dsp:nvSpPr>
      <dsp:spPr>
        <a:xfrm>
          <a:off x="3342145" y="82987"/>
          <a:ext cx="6204741" cy="805875"/>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17145" rIns="0" bIns="17145" numCol="1" spcCol="1270" anchor="ctr" anchorCtr="0">
          <a:noAutofit/>
        </a:bodyPr>
        <a:lstStyle/>
        <a:p>
          <a:pPr marL="0" lvl="0" indent="0" algn="l" defTabSz="1200150">
            <a:lnSpc>
              <a:spcPct val="150000"/>
            </a:lnSpc>
            <a:spcBef>
              <a:spcPct val="0"/>
            </a:spcBef>
            <a:spcAft>
              <a:spcPct val="35000"/>
            </a:spcAft>
            <a:buFont typeface="Arial" panose="020B0604020202020204" pitchFamily="34" charset="0"/>
            <a:buNone/>
          </a:pPr>
          <a:r>
            <a:rPr lang="en-CA" sz="2700" b="0" i="0" u="none" kern="1200" dirty="0">
              <a:latin typeface="Calibri" panose="020F0502020204030204" pitchFamily="34" charset="0"/>
              <a:cs typeface="Calibri" panose="020F0502020204030204" pitchFamily="34" charset="0"/>
            </a:rPr>
            <a:t>World Happiness Report 2023 dataset</a:t>
          </a:r>
          <a:endParaRPr lang="en-US" sz="2700" b="0" i="0" kern="1200" dirty="0">
            <a:latin typeface="Calibri" panose="020F0502020204030204" pitchFamily="34" charset="0"/>
            <a:cs typeface="Calibri" panose="020F0502020204030204" pitchFamily="34" charset="0"/>
          </a:endParaRPr>
        </a:p>
      </dsp:txBody>
      <dsp:txXfrm>
        <a:off x="3745083" y="82987"/>
        <a:ext cx="5398866" cy="805875"/>
      </dsp:txXfrm>
    </dsp:sp>
    <dsp:sp modelId="{43F7B7BF-0B24-364A-98D4-B37D6D5A7920}">
      <dsp:nvSpPr>
        <dsp:cNvPr id="0" name=""/>
        <dsp:cNvSpPr/>
      </dsp:nvSpPr>
      <dsp:spPr>
        <a:xfrm>
          <a:off x="1230362" y="1107323"/>
          <a:ext cx="2427337" cy="970934"/>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CA" sz="1900" b="0" i="0" u="none" kern="1200" dirty="0">
              <a:latin typeface="Calibri" panose="020F0502020204030204" pitchFamily="34" charset="0"/>
              <a:cs typeface="Calibri" panose="020F0502020204030204" pitchFamily="34" charset="0"/>
            </a:rPr>
            <a:t>EDA</a:t>
          </a:r>
          <a:endParaRPr lang="en-US" sz="1900" b="0" i="0" kern="1200" dirty="0">
            <a:latin typeface="Calibri" panose="020F0502020204030204" pitchFamily="34" charset="0"/>
            <a:cs typeface="Calibri" panose="020F0502020204030204" pitchFamily="34" charset="0"/>
          </a:endParaRPr>
        </a:p>
      </dsp:txBody>
      <dsp:txXfrm>
        <a:off x="1715829" y="1107323"/>
        <a:ext cx="1456403" cy="970934"/>
      </dsp:txXfrm>
    </dsp:sp>
    <dsp:sp modelId="{C15D5E25-9658-3A4B-B1A6-34CE3AC3BBBB}">
      <dsp:nvSpPr>
        <dsp:cNvPr id="0" name=""/>
        <dsp:cNvSpPr/>
      </dsp:nvSpPr>
      <dsp:spPr>
        <a:xfrm>
          <a:off x="3342145" y="1189853"/>
          <a:ext cx="6113455" cy="805875"/>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17145" rIns="0" bIns="17145" numCol="1" spcCol="1270" anchor="ctr" anchorCtr="0">
          <a:noAutofit/>
        </a:bodyPr>
        <a:lstStyle/>
        <a:p>
          <a:pPr marL="0" lvl="0" indent="0" algn="ctr" defTabSz="1200150">
            <a:lnSpc>
              <a:spcPct val="150000"/>
            </a:lnSpc>
            <a:spcBef>
              <a:spcPct val="0"/>
            </a:spcBef>
            <a:spcAft>
              <a:spcPct val="35000"/>
            </a:spcAft>
            <a:buNone/>
          </a:pPr>
          <a:r>
            <a:rPr lang="en-CA" sz="2700" b="0" i="0" u="none" kern="1200" dirty="0">
              <a:latin typeface="Calibri" panose="020F0502020204030204" pitchFamily="34" charset="0"/>
              <a:cs typeface="Calibri" panose="020F0502020204030204" pitchFamily="34" charset="0"/>
            </a:rPr>
            <a:t>Identified initial trends </a:t>
          </a:r>
          <a:endParaRPr lang="en-US" sz="2700" b="0" i="0" kern="1200" dirty="0">
            <a:latin typeface="Calibri" panose="020F0502020204030204" pitchFamily="34" charset="0"/>
            <a:cs typeface="Calibri" panose="020F0502020204030204" pitchFamily="34" charset="0"/>
          </a:endParaRPr>
        </a:p>
      </dsp:txBody>
      <dsp:txXfrm>
        <a:off x="3745083" y="1189853"/>
        <a:ext cx="5307580" cy="805875"/>
      </dsp:txXfrm>
    </dsp:sp>
    <dsp:sp modelId="{5CF91013-9F2D-7C4F-AE9C-B641173462A6}">
      <dsp:nvSpPr>
        <dsp:cNvPr id="0" name=""/>
        <dsp:cNvSpPr/>
      </dsp:nvSpPr>
      <dsp:spPr>
        <a:xfrm>
          <a:off x="1230362" y="2214189"/>
          <a:ext cx="2427337" cy="970934"/>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CA" sz="1900" b="0" i="0" u="none" kern="1200" dirty="0">
              <a:latin typeface="Calibri" panose="020F0502020204030204" pitchFamily="34" charset="0"/>
              <a:cs typeface="Calibri" panose="020F0502020204030204" pitchFamily="34" charset="0"/>
            </a:rPr>
            <a:t>Regression Analysis</a:t>
          </a:r>
          <a:endParaRPr lang="en-US" sz="1900" b="0" i="0" kern="1200" dirty="0">
            <a:latin typeface="Calibri" panose="020F0502020204030204" pitchFamily="34" charset="0"/>
            <a:cs typeface="Calibri" panose="020F0502020204030204" pitchFamily="34" charset="0"/>
          </a:endParaRPr>
        </a:p>
      </dsp:txBody>
      <dsp:txXfrm>
        <a:off x="1715829" y="2214189"/>
        <a:ext cx="1456403" cy="970934"/>
      </dsp:txXfrm>
    </dsp:sp>
    <dsp:sp modelId="{931420F0-A6B1-6E4A-A076-C42083199745}">
      <dsp:nvSpPr>
        <dsp:cNvPr id="0" name=""/>
        <dsp:cNvSpPr/>
      </dsp:nvSpPr>
      <dsp:spPr>
        <a:xfrm>
          <a:off x="3342145" y="2296719"/>
          <a:ext cx="6295563" cy="805875"/>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marL="0" lvl="0" indent="0" algn="l" defTabSz="800100">
            <a:lnSpc>
              <a:spcPct val="150000"/>
            </a:lnSpc>
            <a:spcBef>
              <a:spcPct val="0"/>
            </a:spcBef>
            <a:spcAft>
              <a:spcPct val="35000"/>
            </a:spcAft>
            <a:buNone/>
          </a:pPr>
          <a:r>
            <a:rPr lang="en-CA" sz="1800" b="0" i="0" u="none" kern="1200" dirty="0">
              <a:latin typeface="Calibri" panose="020F0502020204030204" pitchFamily="34" charset="0"/>
              <a:cs typeface="Calibri" panose="020F0502020204030204" pitchFamily="34" charset="0"/>
            </a:rPr>
            <a:t>Used linear regression models with interaction terms to explore relationships between variables</a:t>
          </a:r>
          <a:endParaRPr lang="en-US" sz="1800" b="0" i="0" kern="1200" dirty="0">
            <a:latin typeface="Calibri" panose="020F0502020204030204" pitchFamily="34" charset="0"/>
            <a:cs typeface="Calibri" panose="020F0502020204030204" pitchFamily="34" charset="0"/>
          </a:endParaRPr>
        </a:p>
      </dsp:txBody>
      <dsp:txXfrm>
        <a:off x="3745083" y="2296719"/>
        <a:ext cx="5489688" cy="805875"/>
      </dsp:txXfrm>
    </dsp:sp>
    <dsp:sp modelId="{E87D4883-2B1C-8049-B4A2-8088809821BC}">
      <dsp:nvSpPr>
        <dsp:cNvPr id="0" name=""/>
        <dsp:cNvSpPr/>
      </dsp:nvSpPr>
      <dsp:spPr>
        <a:xfrm>
          <a:off x="1230362" y="3321055"/>
          <a:ext cx="2427337" cy="970934"/>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CA" sz="1900" b="0" i="0" u="none" kern="1200" dirty="0">
              <a:latin typeface="Calibri" panose="020F0502020204030204" pitchFamily="34" charset="0"/>
              <a:cs typeface="Calibri" panose="020F0502020204030204" pitchFamily="34" charset="0"/>
            </a:rPr>
            <a:t>Grouping</a:t>
          </a:r>
          <a:endParaRPr lang="en-US" sz="1900" b="0" i="0" kern="1200" dirty="0">
            <a:latin typeface="Calibri" panose="020F0502020204030204" pitchFamily="34" charset="0"/>
            <a:cs typeface="Calibri" panose="020F0502020204030204" pitchFamily="34" charset="0"/>
          </a:endParaRPr>
        </a:p>
      </dsp:txBody>
      <dsp:txXfrm>
        <a:off x="1715829" y="3321055"/>
        <a:ext cx="1456403" cy="970934"/>
      </dsp:txXfrm>
    </dsp:sp>
    <dsp:sp modelId="{014B6ABC-681E-5449-A291-18BE0183B80C}">
      <dsp:nvSpPr>
        <dsp:cNvPr id="0" name=""/>
        <dsp:cNvSpPr/>
      </dsp:nvSpPr>
      <dsp:spPr>
        <a:xfrm>
          <a:off x="3342145" y="3403584"/>
          <a:ext cx="3328952" cy="805875"/>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t" anchorCtr="0">
          <a:noAutofit/>
        </a:bodyPr>
        <a:lstStyle/>
        <a:p>
          <a:pPr marL="0" lvl="0" indent="0" algn="ctr" defTabSz="622300">
            <a:lnSpc>
              <a:spcPct val="150000"/>
            </a:lnSpc>
            <a:spcBef>
              <a:spcPct val="0"/>
            </a:spcBef>
            <a:spcAft>
              <a:spcPct val="35000"/>
            </a:spcAft>
            <a:buFont typeface="Arial" panose="020B0604020202020204" pitchFamily="34" charset="0"/>
            <a:buNone/>
          </a:pPr>
          <a:r>
            <a:rPr lang="en-CA" sz="1400" b="0" i="0" u="none" kern="1200" dirty="0">
              <a:latin typeface="Calibri" panose="020F0502020204030204" pitchFamily="34" charset="0"/>
              <a:cs typeface="Calibri" panose="020F0502020204030204" pitchFamily="34" charset="0"/>
            </a:rPr>
            <a:t>Countries grouped by social support (Low, Medium, High)</a:t>
          </a:r>
          <a:endParaRPr lang="en-US" sz="1400" b="0" i="0" kern="1200" dirty="0">
            <a:latin typeface="Calibri" panose="020F0502020204030204" pitchFamily="34" charset="0"/>
            <a:cs typeface="Calibri" panose="020F0502020204030204" pitchFamily="34" charset="0"/>
          </a:endParaRPr>
        </a:p>
      </dsp:txBody>
      <dsp:txXfrm>
        <a:off x="3745083" y="3403584"/>
        <a:ext cx="2523077" cy="805875"/>
      </dsp:txXfrm>
    </dsp:sp>
    <dsp:sp modelId="{CB3D1C79-EE06-484E-9D4F-B0E19CAB4A13}">
      <dsp:nvSpPr>
        <dsp:cNvPr id="0" name=""/>
        <dsp:cNvSpPr/>
      </dsp:nvSpPr>
      <dsp:spPr>
        <a:xfrm>
          <a:off x="6389042" y="3403584"/>
          <a:ext cx="3270063" cy="805875"/>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t" anchorCtr="0">
          <a:noAutofit/>
        </a:bodyPr>
        <a:lstStyle/>
        <a:p>
          <a:pPr marL="0" lvl="0" indent="0" algn="ctr" defTabSz="622300">
            <a:lnSpc>
              <a:spcPct val="150000"/>
            </a:lnSpc>
            <a:spcBef>
              <a:spcPct val="0"/>
            </a:spcBef>
            <a:spcAft>
              <a:spcPct val="35000"/>
            </a:spcAft>
            <a:buFont typeface="Arial" panose="020B0604020202020204" pitchFamily="34" charset="0"/>
            <a:buNone/>
          </a:pPr>
          <a:r>
            <a:rPr lang="en-CA" sz="1400" b="0" i="0" u="none" kern="1200" dirty="0">
              <a:latin typeface="Calibri" panose="020F0502020204030204" pitchFamily="34" charset="0"/>
              <a:cs typeface="Calibri" panose="020F0502020204030204" pitchFamily="34" charset="0"/>
            </a:rPr>
            <a:t>Countries categorized by GDP per capita (Low, Medium, High)</a:t>
          </a:r>
          <a:endParaRPr lang="en-US" sz="1400" b="0" i="0" kern="1200" dirty="0">
            <a:latin typeface="Calibri" panose="020F0502020204030204" pitchFamily="34" charset="0"/>
            <a:cs typeface="Calibri" panose="020F0502020204030204" pitchFamily="34" charset="0"/>
          </a:endParaRPr>
        </a:p>
      </dsp:txBody>
      <dsp:txXfrm>
        <a:off x="6791980" y="3403584"/>
        <a:ext cx="2464188" cy="805875"/>
      </dsp:txXfrm>
    </dsp:sp>
    <dsp:sp modelId="{5EDC2CAE-20A9-E34B-A93C-1332EC8BE972}">
      <dsp:nvSpPr>
        <dsp:cNvPr id="0" name=""/>
        <dsp:cNvSpPr/>
      </dsp:nvSpPr>
      <dsp:spPr>
        <a:xfrm>
          <a:off x="1230362" y="4427921"/>
          <a:ext cx="2427337" cy="970934"/>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CA" sz="1900" b="0" i="0" u="none" kern="1200" dirty="0">
              <a:latin typeface="Calibri" panose="020F0502020204030204" pitchFamily="34" charset="0"/>
              <a:cs typeface="Calibri" panose="020F0502020204030204" pitchFamily="34" charset="0"/>
            </a:rPr>
            <a:t>Visualization and Interpretation</a:t>
          </a:r>
          <a:endParaRPr lang="en-US" sz="1900" b="0" i="0" kern="1200" dirty="0">
            <a:latin typeface="Calibri" panose="020F0502020204030204" pitchFamily="34" charset="0"/>
            <a:cs typeface="Calibri" panose="020F0502020204030204" pitchFamily="34" charset="0"/>
          </a:endParaRPr>
        </a:p>
      </dsp:txBody>
      <dsp:txXfrm>
        <a:off x="1715829" y="4427921"/>
        <a:ext cx="1456403" cy="970934"/>
      </dsp:txXfrm>
    </dsp:sp>
    <dsp:sp modelId="{9474DF76-414D-DE4B-8500-1E83F3AAD2A8}">
      <dsp:nvSpPr>
        <dsp:cNvPr id="0" name=""/>
        <dsp:cNvSpPr/>
      </dsp:nvSpPr>
      <dsp:spPr>
        <a:xfrm>
          <a:off x="3342145" y="4510450"/>
          <a:ext cx="6425692" cy="805875"/>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marL="0" lvl="0" indent="0" algn="l" defTabSz="800100">
            <a:lnSpc>
              <a:spcPct val="150000"/>
            </a:lnSpc>
            <a:spcBef>
              <a:spcPct val="0"/>
            </a:spcBef>
            <a:spcAft>
              <a:spcPct val="35000"/>
            </a:spcAft>
            <a:buNone/>
          </a:pPr>
          <a:r>
            <a:rPr lang="en-CA" sz="1800" b="0" i="0" u="none" kern="1200" dirty="0">
              <a:latin typeface="Calibri" panose="020F0502020204030204" pitchFamily="34" charset="0"/>
              <a:cs typeface="Calibri" panose="020F0502020204030204" pitchFamily="34" charset="0"/>
            </a:rPr>
            <a:t>Graphical representations (scatterplots and regression lines) used to communicate findings clearly.</a:t>
          </a:r>
          <a:endParaRPr lang="en-US" sz="1800" b="0" i="0" kern="1200" dirty="0">
            <a:latin typeface="Calibri" panose="020F0502020204030204" pitchFamily="34" charset="0"/>
            <a:cs typeface="Calibri" panose="020F0502020204030204" pitchFamily="34" charset="0"/>
          </a:endParaRPr>
        </a:p>
      </dsp:txBody>
      <dsp:txXfrm>
        <a:off x="3745083" y="4510450"/>
        <a:ext cx="5619817" cy="8058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450C90-3CA3-4DD0-BF49-ED668B1828AD}">
      <dsp:nvSpPr>
        <dsp:cNvPr id="0" name=""/>
        <dsp:cNvSpPr/>
      </dsp:nvSpPr>
      <dsp:spPr>
        <a:xfrm>
          <a:off x="0" y="268099"/>
          <a:ext cx="6301153" cy="15120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9039" tIns="333248" rIns="489039" bIns="170688" numCol="1" spcCol="1270" anchor="t" anchorCtr="0">
          <a:noAutofit/>
        </a:bodyPr>
        <a:lstStyle/>
        <a:p>
          <a:pPr marL="228600" lvl="1" indent="-228600" algn="l" defTabSz="1066800">
            <a:lnSpc>
              <a:spcPct val="90000"/>
            </a:lnSpc>
            <a:spcBef>
              <a:spcPct val="0"/>
            </a:spcBef>
            <a:spcAft>
              <a:spcPct val="15000"/>
            </a:spcAft>
            <a:buNone/>
          </a:pPr>
          <a:r>
            <a:rPr lang="en-CA" sz="2400" b="0" i="0" u="none" kern="1200" dirty="0">
              <a:latin typeface="Calibri" panose="020F0502020204030204" pitchFamily="34" charset="0"/>
              <a:ea typeface="Calibri" panose="020F0502020204030204" pitchFamily="34" charset="0"/>
              <a:cs typeface="Calibri" panose="020F0502020204030204" pitchFamily="34" charset="0"/>
            </a:rPr>
            <a:t>Strong community connections amplify the benefits of living a longer, healthier life.</a:t>
          </a:r>
          <a:endParaRPr lang="en-US" sz="2400" b="0" i="0" kern="1200" dirty="0">
            <a:latin typeface="Calibri" panose="020F0502020204030204" pitchFamily="34" charset="0"/>
            <a:ea typeface="Calibri" panose="020F0502020204030204" pitchFamily="34" charset="0"/>
            <a:cs typeface="Calibri" panose="020F0502020204030204" pitchFamily="34" charset="0"/>
          </a:endParaRPr>
        </a:p>
      </dsp:txBody>
      <dsp:txXfrm>
        <a:off x="0" y="268099"/>
        <a:ext cx="6301153" cy="1512000"/>
      </dsp:txXfrm>
    </dsp:sp>
    <dsp:sp modelId="{321CD2A1-4584-4AF6-9C33-2452BD4296D5}">
      <dsp:nvSpPr>
        <dsp:cNvPr id="0" name=""/>
        <dsp:cNvSpPr/>
      </dsp:nvSpPr>
      <dsp:spPr>
        <a:xfrm>
          <a:off x="299981" y="31939"/>
          <a:ext cx="5999626" cy="4723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718" tIns="0" rIns="166718" bIns="0" numCol="1" spcCol="1270" anchor="ctr" anchorCtr="0">
          <a:noAutofit/>
        </a:bodyPr>
        <a:lstStyle/>
        <a:p>
          <a:pPr marL="0" lvl="0" indent="0" algn="l" defTabSz="1066800">
            <a:lnSpc>
              <a:spcPct val="90000"/>
            </a:lnSpc>
            <a:spcBef>
              <a:spcPct val="0"/>
            </a:spcBef>
            <a:spcAft>
              <a:spcPct val="35000"/>
            </a:spcAft>
            <a:buNone/>
          </a:pPr>
          <a:r>
            <a:rPr lang="en-CA" sz="2400" b="1" i="0" u="none" kern="1200">
              <a:latin typeface="Calibri" panose="020F0502020204030204" pitchFamily="34" charset="0"/>
              <a:ea typeface="Calibri" panose="020F0502020204030204" pitchFamily="34" charset="0"/>
              <a:cs typeface="Calibri" panose="020F0502020204030204" pitchFamily="34" charset="0"/>
            </a:rPr>
            <a:t>Healthy Life Expectancy &amp; Social Support</a:t>
          </a:r>
          <a:endParaRPr lang="en-US" sz="2400" b="1" i="0" kern="1200">
            <a:latin typeface="Calibri" panose="020F0502020204030204" pitchFamily="34" charset="0"/>
            <a:ea typeface="Calibri" panose="020F0502020204030204" pitchFamily="34" charset="0"/>
            <a:cs typeface="Calibri" panose="020F0502020204030204" pitchFamily="34" charset="0"/>
          </a:endParaRPr>
        </a:p>
      </dsp:txBody>
      <dsp:txXfrm>
        <a:off x="323038" y="54996"/>
        <a:ext cx="5953512" cy="426206"/>
      </dsp:txXfrm>
    </dsp:sp>
    <dsp:sp modelId="{850B0766-229F-487D-8C06-52DC3F968197}">
      <dsp:nvSpPr>
        <dsp:cNvPr id="0" name=""/>
        <dsp:cNvSpPr/>
      </dsp:nvSpPr>
      <dsp:spPr>
        <a:xfrm>
          <a:off x="0" y="2102659"/>
          <a:ext cx="6301153" cy="15120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9039" tIns="333248" rIns="489039" bIns="170688" numCol="1" spcCol="1270" anchor="t" anchorCtr="0">
          <a:noAutofit/>
        </a:bodyPr>
        <a:lstStyle/>
        <a:p>
          <a:pPr marL="228600" lvl="1" indent="-228600" algn="l" defTabSz="1066800">
            <a:lnSpc>
              <a:spcPct val="90000"/>
            </a:lnSpc>
            <a:spcBef>
              <a:spcPct val="0"/>
            </a:spcBef>
            <a:spcAft>
              <a:spcPct val="15000"/>
            </a:spcAft>
            <a:buNone/>
          </a:pPr>
          <a:r>
            <a:rPr lang="en-CA" sz="2400" b="0" i="0" u="none" kern="1200" dirty="0">
              <a:latin typeface="Calibri" panose="020F0502020204030204" pitchFamily="34" charset="0"/>
              <a:ea typeface="Calibri" panose="020F0502020204030204" pitchFamily="34" charset="0"/>
              <a:cs typeface="Calibri" panose="020F0502020204030204" pitchFamily="34" charset="0"/>
            </a:rPr>
            <a:t>Combining these factors has a greater impact on happiness than analyzing them individually.</a:t>
          </a:r>
          <a:endParaRPr lang="en-US" sz="2400" b="0" i="0" kern="1200" dirty="0">
            <a:latin typeface="Calibri" panose="020F0502020204030204" pitchFamily="34" charset="0"/>
            <a:ea typeface="Calibri" panose="020F0502020204030204" pitchFamily="34" charset="0"/>
            <a:cs typeface="Calibri" panose="020F0502020204030204" pitchFamily="34" charset="0"/>
          </a:endParaRPr>
        </a:p>
      </dsp:txBody>
      <dsp:txXfrm>
        <a:off x="0" y="2102659"/>
        <a:ext cx="6301153" cy="1512000"/>
      </dsp:txXfrm>
    </dsp:sp>
    <dsp:sp modelId="{B4A28CF1-9EDF-4D25-B6C0-51A148AB848D}">
      <dsp:nvSpPr>
        <dsp:cNvPr id="0" name=""/>
        <dsp:cNvSpPr/>
      </dsp:nvSpPr>
      <dsp:spPr>
        <a:xfrm>
          <a:off x="299981" y="1866499"/>
          <a:ext cx="5999626" cy="4723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718" tIns="0" rIns="166718" bIns="0" numCol="1" spcCol="1270" anchor="ctr" anchorCtr="0">
          <a:noAutofit/>
        </a:bodyPr>
        <a:lstStyle/>
        <a:p>
          <a:pPr marL="0" lvl="0" indent="0" algn="l" defTabSz="1066800">
            <a:lnSpc>
              <a:spcPct val="90000"/>
            </a:lnSpc>
            <a:spcBef>
              <a:spcPct val="0"/>
            </a:spcBef>
            <a:spcAft>
              <a:spcPct val="35000"/>
            </a:spcAft>
            <a:buNone/>
          </a:pPr>
          <a:r>
            <a:rPr lang="en-CA" sz="2400" b="0" i="0" u="none" kern="1200">
              <a:latin typeface="Calibri" panose="020F0502020204030204" pitchFamily="34" charset="0"/>
              <a:ea typeface="Calibri" panose="020F0502020204030204" pitchFamily="34" charset="0"/>
              <a:cs typeface="Calibri" panose="020F0502020204030204" pitchFamily="34" charset="0"/>
            </a:rPr>
            <a:t>Freedom &amp; Social Support</a:t>
          </a:r>
          <a:endParaRPr lang="en-US" sz="2400" b="0" i="0" kern="1200">
            <a:latin typeface="Calibri" panose="020F0502020204030204" pitchFamily="34" charset="0"/>
            <a:ea typeface="Calibri" panose="020F0502020204030204" pitchFamily="34" charset="0"/>
            <a:cs typeface="Calibri" panose="020F0502020204030204" pitchFamily="34" charset="0"/>
          </a:endParaRPr>
        </a:p>
      </dsp:txBody>
      <dsp:txXfrm>
        <a:off x="323038" y="1889556"/>
        <a:ext cx="5953512" cy="426206"/>
      </dsp:txXfrm>
    </dsp:sp>
    <dsp:sp modelId="{133CF209-A1A2-40FA-AA77-B6C41230270B}">
      <dsp:nvSpPr>
        <dsp:cNvPr id="0" name=""/>
        <dsp:cNvSpPr/>
      </dsp:nvSpPr>
      <dsp:spPr>
        <a:xfrm>
          <a:off x="0" y="3937219"/>
          <a:ext cx="6301153" cy="15120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9039" tIns="333248" rIns="489039" bIns="170688" numCol="1" spcCol="1270" anchor="t" anchorCtr="0">
          <a:noAutofit/>
        </a:bodyPr>
        <a:lstStyle/>
        <a:p>
          <a:pPr marL="228600" lvl="1" indent="-228600" algn="l" defTabSz="1066800">
            <a:lnSpc>
              <a:spcPct val="90000"/>
            </a:lnSpc>
            <a:spcBef>
              <a:spcPct val="0"/>
            </a:spcBef>
            <a:spcAft>
              <a:spcPct val="15000"/>
            </a:spcAft>
            <a:buNone/>
          </a:pPr>
          <a:r>
            <a:rPr lang="en-CA" sz="2400" b="0" i="0" u="none" kern="1200" dirty="0">
              <a:latin typeface="Calibri" panose="020F0502020204030204" pitchFamily="34" charset="0"/>
              <a:ea typeface="Calibri" panose="020F0502020204030204" pitchFamily="34" charset="0"/>
              <a:cs typeface="Calibri" panose="020F0502020204030204" pitchFamily="34" charset="0"/>
            </a:rPr>
            <a:t>In wealthier countries, economic stability enhances the positive effect of personal freedoms on happiness.</a:t>
          </a:r>
          <a:endParaRPr lang="en-US" sz="2400" b="0" i="0" kern="1200" dirty="0">
            <a:latin typeface="Calibri" panose="020F0502020204030204" pitchFamily="34" charset="0"/>
            <a:ea typeface="Calibri" panose="020F0502020204030204" pitchFamily="34" charset="0"/>
            <a:cs typeface="Calibri" panose="020F0502020204030204" pitchFamily="34" charset="0"/>
          </a:endParaRPr>
        </a:p>
      </dsp:txBody>
      <dsp:txXfrm>
        <a:off x="0" y="3937219"/>
        <a:ext cx="6301153" cy="1512000"/>
      </dsp:txXfrm>
    </dsp:sp>
    <dsp:sp modelId="{7F1B5511-5BA9-460E-9FDF-0287E6B8AD88}">
      <dsp:nvSpPr>
        <dsp:cNvPr id="0" name=""/>
        <dsp:cNvSpPr/>
      </dsp:nvSpPr>
      <dsp:spPr>
        <a:xfrm>
          <a:off x="299981" y="3701059"/>
          <a:ext cx="5999626" cy="47232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718" tIns="0" rIns="166718" bIns="0" numCol="1" spcCol="1270" anchor="ctr" anchorCtr="0">
          <a:noAutofit/>
        </a:bodyPr>
        <a:lstStyle/>
        <a:p>
          <a:pPr marL="0" lvl="0" indent="0" algn="l" defTabSz="1066800">
            <a:lnSpc>
              <a:spcPct val="90000"/>
            </a:lnSpc>
            <a:spcBef>
              <a:spcPct val="0"/>
            </a:spcBef>
            <a:spcAft>
              <a:spcPct val="35000"/>
            </a:spcAft>
            <a:buNone/>
          </a:pPr>
          <a:r>
            <a:rPr lang="en-CA" sz="2400" b="0" i="0" u="none" kern="1200">
              <a:latin typeface="Calibri" panose="020F0502020204030204" pitchFamily="34" charset="0"/>
              <a:ea typeface="Calibri" panose="020F0502020204030204" pitchFamily="34" charset="0"/>
              <a:cs typeface="Calibri" panose="020F0502020204030204" pitchFamily="34" charset="0"/>
            </a:rPr>
            <a:t>Freedom &amp; GDP</a:t>
          </a:r>
          <a:endParaRPr lang="en-US" sz="2400" b="0" i="0" kern="1200">
            <a:latin typeface="Calibri" panose="020F0502020204030204" pitchFamily="34" charset="0"/>
            <a:ea typeface="Calibri" panose="020F0502020204030204" pitchFamily="34" charset="0"/>
            <a:cs typeface="Calibri" panose="020F0502020204030204" pitchFamily="34" charset="0"/>
          </a:endParaRPr>
        </a:p>
      </dsp:txBody>
      <dsp:txXfrm>
        <a:off x="323038" y="3724116"/>
        <a:ext cx="5953512"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solidFill>
                  <a:schemeClr val="tx1">
                    <a:alpha val="60000"/>
                  </a:schemeClr>
                </a:solidFill>
                <a:latin typeface="+mn-lt"/>
              </a:defRPr>
            </a:lvl1pPr>
          </a:lstStyle>
          <a:p>
            <a:fld id="{11A6662E-FAF4-44BC-88B5-85A7CBFB6D30}" type="datetime1">
              <a:rPr lang="en-US" smtClean="0"/>
              <a:pPr/>
              <a:t>12/15/2024</a:t>
            </a:fld>
            <a:endParaRPr lang="en-US" dirty="0"/>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solidFill>
                  <a:schemeClr val="tx1">
                    <a:alpha val="60000"/>
                  </a:schemeClr>
                </a:solidFill>
                <a:latin typeface="+mn-lt"/>
              </a:defRPr>
            </a:lvl1pPr>
          </a:lstStyle>
          <a:p>
            <a:endParaRPr lang="en-US">
              <a:solidFill>
                <a:schemeClr val="tx1">
                  <a:alpha val="60000"/>
                </a:schemeClr>
              </a:solidFill>
            </a:endParaRPr>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solidFill>
                  <a:schemeClr val="tx1">
                    <a:alpha val="60000"/>
                  </a:schemeClr>
                </a:solidFill>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3422862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12/15/2024</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106336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12/15/2024</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380980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458695" y="1825625"/>
            <a:ext cx="556110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199" y="1825625"/>
            <a:ext cx="556110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12/15/2024</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199788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458694" y="365125"/>
            <a:ext cx="1127461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465256" y="1752600"/>
            <a:ext cx="5532319"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465256" y="2666999"/>
            <a:ext cx="5532319"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561106"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561106"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12/15/2024</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839347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458694" y="365760"/>
            <a:ext cx="11274612"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a:xfrm>
            <a:off x="458693" y="6416675"/>
            <a:ext cx="2921715" cy="365125"/>
          </a:xfrm>
        </p:spPr>
        <p:txBody>
          <a:bodyPr/>
          <a:lstStyle/>
          <a:p>
            <a:fld id="{3AB41CFF-90C9-47B3-9DA1-F2BF8D839F7E}" type="datetime1">
              <a:rPr lang="en-US" smtClean="0"/>
              <a:t>12/15/2024</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72923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12/15/2024</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552069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12/15/2024</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93636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12/15/2024</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912181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12/15/2024</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780772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12/15/2024</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493051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458694" y="425450"/>
            <a:ext cx="11274612"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458694" y="1949450"/>
            <a:ext cx="11274612"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458694" y="6416675"/>
            <a:ext cx="2743200" cy="365125"/>
          </a:xfrm>
          <a:prstGeom prst="rect">
            <a:avLst/>
          </a:prstGeom>
        </p:spPr>
        <p:txBody>
          <a:bodyPr vert="horz" lIns="91440" tIns="45720" rIns="91440" bIns="45720" rtlCol="0" anchor="ctr"/>
          <a:lstStyle>
            <a:lvl1pPr algn="l">
              <a:defRPr sz="900">
                <a:solidFill>
                  <a:schemeClr val="tx1">
                    <a:alpha val="60000"/>
                  </a:schemeClr>
                </a:solidFill>
                <a:latin typeface="+mn-lt"/>
              </a:defRPr>
            </a:lvl1pPr>
          </a:lstStyle>
          <a:p>
            <a:fld id="{57E0CF6C-748E-4B7A-BC8B-3011EF78ED13}" type="datetime1">
              <a:rPr lang="en-US" smtClean="0"/>
              <a:pPr/>
              <a:t>12/15/2024</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416675"/>
            <a:ext cx="4114800" cy="365125"/>
          </a:xfrm>
          <a:prstGeom prst="rect">
            <a:avLst/>
          </a:prstGeom>
        </p:spPr>
        <p:txBody>
          <a:bodyPr vert="horz" lIns="91440" tIns="45720" rIns="91440" bIns="45720" rtlCol="0" anchor="ctr"/>
          <a:lstStyle>
            <a:lvl1pPr algn="ctr">
              <a:defRPr sz="900">
                <a:solidFill>
                  <a:schemeClr val="tx1">
                    <a:alpha val="60000"/>
                  </a:schemeClr>
                </a:solidFill>
                <a:latin typeface="+mn-lt"/>
              </a:defRPr>
            </a:lvl1pPr>
          </a:lstStyle>
          <a:p>
            <a:endParaRPr lang="en-US" dirty="0">
              <a:solidFill>
                <a:schemeClr val="tx1">
                  <a:alpha val="60000"/>
                </a:schemeClr>
              </a:solidFill>
            </a:endParaRP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990106" y="6416675"/>
            <a:ext cx="2743200" cy="365125"/>
          </a:xfrm>
          <a:prstGeom prst="rect">
            <a:avLst/>
          </a:prstGeom>
        </p:spPr>
        <p:txBody>
          <a:bodyPr vert="horz" lIns="91440" tIns="45720" rIns="91440" bIns="45720" rtlCol="0" anchor="ctr"/>
          <a:lstStyle>
            <a:lvl1pPr algn="r">
              <a:defRPr sz="900">
                <a:solidFill>
                  <a:schemeClr val="tx1">
                    <a:alpha val="60000"/>
                  </a:schemeClr>
                </a:solidFill>
                <a:latin typeface="+mn-lt"/>
              </a:defRPr>
            </a:lvl1pPr>
          </a:lstStyle>
          <a:p>
            <a:fld id="{73B850FF-6169-4056-8077-06FFA93A5366}" type="slidenum">
              <a:rPr lang="en-US" smtClean="0"/>
              <a:pPr/>
              <a:t>‹#›</a:t>
            </a:fld>
            <a:endParaRPr lang="en-US" dirty="0"/>
          </a:p>
        </p:txBody>
      </p:sp>
      <p:pic>
        <p:nvPicPr>
          <p:cNvPr id="14" name="Picture 13" descr="A picture containing sitting&#10;&#10;Description automatically generated">
            <a:extLst>
              <a:ext uri="{FF2B5EF4-FFF2-40B4-BE49-F238E27FC236}">
                <a16:creationId xmlns:a16="http://schemas.microsoft.com/office/drawing/2014/main" id="{BC526B7A-4801-4FD1-95C8-03AF22629E87}"/>
              </a:ext>
            </a:extLst>
          </p:cNvPr>
          <p:cNvPicPr>
            <a:picLocks noChangeAspect="1"/>
          </p:cNvPicPr>
          <p:nvPr/>
        </p:nvPicPr>
        <p:blipFill>
          <a:blip r:embed="rId13">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Tree>
    <p:extLst>
      <p:ext uri="{BB962C8B-B14F-4D97-AF65-F5344CB8AC3E}">
        <p14:creationId xmlns:p14="http://schemas.microsoft.com/office/powerpoint/2010/main" val="293829272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5" r:id="rId3"/>
    <p:sldLayoutId id="2147483676" r:id="rId4"/>
    <p:sldLayoutId id="2147483677" r:id="rId5"/>
    <p:sldLayoutId id="2147483678" r:id="rId6"/>
    <p:sldLayoutId id="2147483679" r:id="rId7"/>
    <p:sldLayoutId id="2147483683" r:id="rId8"/>
    <p:sldLayoutId id="2147483680" r:id="rId9"/>
    <p:sldLayoutId id="2147483681" r:id="rId10"/>
    <p:sldLayoutId id="2147483682" r:id="rId11"/>
  </p:sldLayoutIdLst>
  <p:hf sldNum="0" hdr="0" ftr="0" dt="0"/>
  <p:txStyles>
    <p:titleStyle>
      <a:lvl1pPr algn="l" defTabSz="914400" rtl="0" eaLnBrk="1" latinLnBrk="0" hangingPunct="1">
        <a:lnSpc>
          <a:spcPct val="100000"/>
        </a:lnSpc>
        <a:spcBef>
          <a:spcPct val="0"/>
        </a:spcBef>
        <a:buNone/>
        <a:defRPr sz="44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6.png"/><Relationship Id="rId7" Type="http://schemas.openxmlformats.org/officeDocument/2006/relationships/diagramColors" Target="../diagrams/colors3.xml"/><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PhilippeCodes/World-Happiness-Report-Data-Analysis/blob/master/World%20Happiness%20Report.csv"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644DE9-8D09-43E2-BA69-F57482CFC9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6C23C919-B32E-40FF-B3D8-631316E84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a:extLst>
              <a:ext uri="{FF2B5EF4-FFF2-40B4-BE49-F238E27FC236}">
                <a16:creationId xmlns:a16="http://schemas.microsoft.com/office/drawing/2014/main" id="{1382622F-7021-35C3-AC36-F207F5ADBAB6}"/>
              </a:ext>
            </a:extLst>
          </p:cNvPr>
          <p:cNvPicPr>
            <a:picLocks noChangeAspect="1"/>
          </p:cNvPicPr>
          <p:nvPr/>
        </p:nvPicPr>
        <p:blipFill>
          <a:blip r:embed="rId2">
            <a:alphaModFix amt="60000"/>
          </a:blip>
          <a:srcRect t="14756" b="21698"/>
          <a:stretch/>
        </p:blipFill>
        <p:spPr>
          <a:xfrm>
            <a:off x="20" y="10"/>
            <a:ext cx="12191980" cy="6856614"/>
          </a:xfrm>
          <a:prstGeom prst="rect">
            <a:avLst/>
          </a:prstGeom>
        </p:spPr>
      </p:pic>
      <p:sp>
        <p:nvSpPr>
          <p:cNvPr id="2" name="Title 1">
            <a:extLst>
              <a:ext uri="{FF2B5EF4-FFF2-40B4-BE49-F238E27FC236}">
                <a16:creationId xmlns:a16="http://schemas.microsoft.com/office/drawing/2014/main" id="{EE54E82F-A374-6B55-8AA0-9416996C5A63}"/>
              </a:ext>
            </a:extLst>
          </p:cNvPr>
          <p:cNvSpPr>
            <a:spLocks noGrp="1"/>
          </p:cNvSpPr>
          <p:nvPr>
            <p:ph type="ctrTitle"/>
          </p:nvPr>
        </p:nvSpPr>
        <p:spPr>
          <a:xfrm>
            <a:off x="849086" y="1174218"/>
            <a:ext cx="9916886" cy="2386447"/>
          </a:xfrm>
        </p:spPr>
        <p:txBody>
          <a:bodyPr>
            <a:normAutofit/>
          </a:bodyPr>
          <a:lstStyle/>
          <a:p>
            <a:r>
              <a:rPr lang="en-IN" sz="5200" b="1" dirty="0">
                <a:solidFill>
                  <a:srgbClr val="FFFFFF"/>
                </a:solidFill>
                <a:latin typeface="Calibri" panose="020F0502020204030204" pitchFamily="34" charset="0"/>
                <a:cs typeface="Calibri" panose="020F0502020204030204" pitchFamily="34" charset="0"/>
              </a:rPr>
              <a:t>ALY6010 Final Project</a:t>
            </a:r>
            <a:br>
              <a:rPr lang="en-IN" sz="5200" b="1" dirty="0">
                <a:solidFill>
                  <a:srgbClr val="FFFFFF"/>
                </a:solidFill>
                <a:latin typeface="Calibri" panose="020F0502020204030204" pitchFamily="34" charset="0"/>
                <a:cs typeface="Calibri" panose="020F0502020204030204" pitchFamily="34" charset="0"/>
              </a:rPr>
            </a:br>
            <a:r>
              <a:rPr lang="en-IN" sz="5200" b="1" dirty="0">
                <a:solidFill>
                  <a:srgbClr val="FFFFFF"/>
                </a:solidFill>
                <a:latin typeface="Calibri" panose="020F0502020204030204" pitchFamily="34" charset="0"/>
                <a:cs typeface="Calibri" panose="020F0502020204030204" pitchFamily="34" charset="0"/>
              </a:rPr>
              <a:t>Exploring Global Happiness Factors</a:t>
            </a:r>
            <a:br>
              <a:rPr lang="en-IN" sz="5200" b="1" dirty="0">
                <a:solidFill>
                  <a:srgbClr val="FFFFFF"/>
                </a:solidFill>
                <a:latin typeface="Calibri" panose="020F0502020204030204" pitchFamily="34" charset="0"/>
                <a:cs typeface="Calibri" panose="020F0502020204030204" pitchFamily="34" charset="0"/>
              </a:rPr>
            </a:br>
            <a:r>
              <a:rPr lang="en-US" sz="2800" i="1" dirty="0">
                <a:solidFill>
                  <a:schemeClr val="bg1"/>
                </a:solidFill>
                <a:latin typeface="Calibri" panose="020F0502020204030204" pitchFamily="34" charset="0"/>
                <a:cs typeface="Calibri" panose="020F0502020204030204" pitchFamily="34" charset="0"/>
              </a:rPr>
              <a:t>Social Support, Freedom, and Economic Wealth</a:t>
            </a:r>
            <a:endParaRPr lang="en-IN" sz="5200" b="1" dirty="0">
              <a:solidFill>
                <a:srgbClr val="FFFFFF"/>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F9C37B95-3278-82D7-11E6-3E765BFA93B9}"/>
              </a:ext>
            </a:extLst>
          </p:cNvPr>
          <p:cNvSpPr>
            <a:spLocks noGrp="1"/>
          </p:cNvSpPr>
          <p:nvPr>
            <p:ph type="subTitle" idx="1"/>
          </p:nvPr>
        </p:nvSpPr>
        <p:spPr>
          <a:xfrm>
            <a:off x="2471058" y="4324475"/>
            <a:ext cx="6291942" cy="2129640"/>
          </a:xfrm>
        </p:spPr>
        <p:txBody>
          <a:bodyPr>
            <a:normAutofit/>
          </a:bodyPr>
          <a:lstStyle/>
          <a:p>
            <a:r>
              <a:rPr lang="en-IN" sz="2000" dirty="0">
                <a:solidFill>
                  <a:schemeClr val="bg1"/>
                </a:solidFill>
                <a:latin typeface="Calibri" panose="020F0502020204030204" pitchFamily="34" charset="0"/>
                <a:cs typeface="Calibri" panose="020F0502020204030204" pitchFamily="34" charset="0"/>
              </a:rPr>
              <a:t>Isaac (Ying Shuo) Su </a:t>
            </a:r>
          </a:p>
          <a:p>
            <a:r>
              <a:rPr lang="en-IN" sz="2000" dirty="0">
                <a:solidFill>
                  <a:schemeClr val="bg1"/>
                </a:solidFill>
                <a:latin typeface="Calibri" panose="020F0502020204030204" pitchFamily="34" charset="0"/>
                <a:cs typeface="Calibri" panose="020F0502020204030204" pitchFamily="34" charset="0"/>
              </a:rPr>
              <a:t>Tanveer Begum</a:t>
            </a:r>
          </a:p>
          <a:p>
            <a:endParaRPr lang="en-US" sz="1400" dirty="0">
              <a:solidFill>
                <a:schemeClr val="bg1"/>
              </a:solidFill>
              <a:latin typeface="Calibri" panose="020F0502020204030204" pitchFamily="34" charset="0"/>
              <a:cs typeface="Calibri" panose="020F0502020204030204" pitchFamily="34" charset="0"/>
            </a:endParaRPr>
          </a:p>
          <a:p>
            <a:r>
              <a:rPr lang="en-IN" sz="1600" kern="100" dirty="0">
                <a:solidFill>
                  <a:schemeClr val="bg1"/>
                </a:solidFill>
                <a:effectLst/>
                <a:latin typeface="Calibri" panose="020F0502020204030204" pitchFamily="34" charset="0"/>
                <a:ea typeface="Aptos" panose="020B0004020202020204" pitchFamily="34" charset="0"/>
                <a:cs typeface="Calibri" panose="020F0502020204030204" pitchFamily="34" charset="0"/>
              </a:rPr>
              <a:t>Prof. Yvonne Leung</a:t>
            </a:r>
          </a:p>
          <a:p>
            <a:r>
              <a:rPr lang="en-IN" sz="1600" dirty="0">
                <a:solidFill>
                  <a:schemeClr val="bg1"/>
                </a:solidFill>
                <a:latin typeface="Calibri" panose="020F0502020204030204" pitchFamily="34" charset="0"/>
                <a:cs typeface="Calibri" panose="020F0502020204030204" pitchFamily="34" charset="0"/>
              </a:rPr>
              <a:t>Date: 15 DEC 2024</a:t>
            </a:r>
          </a:p>
        </p:txBody>
      </p:sp>
    </p:spTree>
    <p:extLst>
      <p:ext uri="{BB962C8B-B14F-4D97-AF65-F5344CB8AC3E}">
        <p14:creationId xmlns:p14="http://schemas.microsoft.com/office/powerpoint/2010/main" val="261474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2245F-12BB-639B-FA12-3C0BE3CB2DA9}"/>
              </a:ext>
            </a:extLst>
          </p:cNvPr>
          <p:cNvSpPr>
            <a:spLocks noGrp="1"/>
          </p:cNvSpPr>
          <p:nvPr>
            <p:ph type="title"/>
          </p:nvPr>
        </p:nvSpPr>
        <p:spPr/>
        <p:txBody>
          <a:bodyPr/>
          <a:lstStyle/>
          <a:p>
            <a:r>
              <a:rPr lang="en-IN" b="1" dirty="0">
                <a:solidFill>
                  <a:schemeClr val="accent2">
                    <a:lumMod val="50000"/>
                  </a:schemeClr>
                </a:solidFill>
                <a:latin typeface="Calibri" panose="020F0502020204030204" pitchFamily="34" charset="0"/>
                <a:cs typeface="Calibri" panose="020F0502020204030204" pitchFamily="34" charset="0"/>
              </a:rPr>
              <a:t>Introduction</a:t>
            </a:r>
          </a:p>
        </p:txBody>
      </p:sp>
      <p:sp>
        <p:nvSpPr>
          <p:cNvPr id="3" name="Content Placeholder 2">
            <a:extLst>
              <a:ext uri="{FF2B5EF4-FFF2-40B4-BE49-F238E27FC236}">
                <a16:creationId xmlns:a16="http://schemas.microsoft.com/office/drawing/2014/main" id="{9455BDBD-CF1F-0A96-F299-853D1D2ECF9D}"/>
              </a:ext>
            </a:extLst>
          </p:cNvPr>
          <p:cNvSpPr>
            <a:spLocks noGrp="1"/>
          </p:cNvSpPr>
          <p:nvPr>
            <p:ph idx="1"/>
          </p:nvPr>
        </p:nvSpPr>
        <p:spPr>
          <a:xfrm>
            <a:off x="458694" y="1578429"/>
            <a:ext cx="11418458" cy="5072741"/>
          </a:xfrm>
        </p:spPr>
        <p:txBody>
          <a:bodyPr>
            <a:normAutofit/>
          </a:bodyPr>
          <a:lstStyle/>
          <a:p>
            <a:pPr marL="0" indent="0">
              <a:buNone/>
            </a:pPr>
            <a:r>
              <a:rPr lang="en-CA" sz="2400" u="none" strike="noStrike" dirty="0">
                <a:solidFill>
                  <a:srgbClr val="000000"/>
                </a:solidFill>
                <a:effectLst/>
                <a:latin typeface="Calibri" panose="020F0502020204030204" pitchFamily="34" charset="0"/>
                <a:cs typeface="Calibri" panose="020F0502020204030204" pitchFamily="34" charset="0"/>
              </a:rPr>
              <a:t>Happiness is a universal goal, but what truly makes people happy? Over the years, researchers and policymakers have sought to identify the factors that contribute to happiness. The World Happiness Report offers valuable insights into this question.</a:t>
            </a:r>
          </a:p>
          <a:p>
            <a:pPr marL="0" indent="0">
              <a:buNone/>
            </a:pPr>
            <a:endParaRPr lang="en-CA" sz="2400" u="none" strike="noStrike" dirty="0">
              <a:solidFill>
                <a:srgbClr val="000000"/>
              </a:solidFill>
              <a:effectLst/>
              <a:latin typeface="Calibri" panose="020F0502020204030204" pitchFamily="34" charset="0"/>
              <a:cs typeface="Calibri" panose="020F0502020204030204" pitchFamily="34" charset="0"/>
            </a:endParaRPr>
          </a:p>
          <a:p>
            <a:pPr marL="0" indent="0" algn="l">
              <a:buNone/>
            </a:pPr>
            <a:r>
              <a:rPr lang="en-CA" sz="2400" u="none" strike="noStrike" dirty="0">
                <a:solidFill>
                  <a:srgbClr val="000000"/>
                </a:solidFill>
                <a:effectLst/>
                <a:latin typeface="Calibri" panose="020F0502020204030204" pitchFamily="34" charset="0"/>
                <a:cs typeface="Calibri" panose="020F0502020204030204" pitchFamily="34" charset="0"/>
              </a:rPr>
              <a:t>Using dataset </a:t>
            </a:r>
            <a:r>
              <a:rPr lang="en-US" sz="2400" b="1" dirty="0">
                <a:latin typeface="Calibri" panose="020F0502020204030204" pitchFamily="34" charset="0"/>
                <a:cs typeface="Calibri" panose="020F0502020204030204" pitchFamily="34" charset="0"/>
              </a:rPr>
              <a:t>World Happiness Report 2023</a:t>
            </a:r>
            <a:r>
              <a:rPr lang="en-CA" sz="2400" u="none" strike="noStrike" dirty="0">
                <a:solidFill>
                  <a:srgbClr val="000000"/>
                </a:solidFill>
                <a:effectLst/>
                <a:latin typeface="Calibri" panose="020F0502020204030204" pitchFamily="34" charset="0"/>
                <a:cs typeface="Calibri" panose="020F0502020204030204" pitchFamily="34" charset="0"/>
              </a:rPr>
              <a:t>, this project examines key influences on happiness, including:</a:t>
            </a:r>
          </a:p>
          <a:p>
            <a:pPr algn="l">
              <a:buFont typeface="Arial" panose="020B0604020202020204" pitchFamily="34" charset="0"/>
              <a:buChar char="•"/>
            </a:pPr>
            <a:r>
              <a:rPr lang="en-CA" sz="2400" b="1" u="none" strike="noStrike" dirty="0">
                <a:solidFill>
                  <a:srgbClr val="000000"/>
                </a:solidFill>
                <a:effectLst/>
                <a:latin typeface="Calibri" panose="020F0502020204030204" pitchFamily="34" charset="0"/>
                <a:cs typeface="Calibri" panose="020F0502020204030204" pitchFamily="34" charset="0"/>
              </a:rPr>
              <a:t>Healthy Life Expectancy</a:t>
            </a:r>
          </a:p>
          <a:p>
            <a:pPr algn="l">
              <a:buFont typeface="Arial" panose="020B0604020202020204" pitchFamily="34" charset="0"/>
              <a:buChar char="•"/>
            </a:pPr>
            <a:r>
              <a:rPr lang="en-CA" sz="2400" b="1" u="none" strike="noStrike" dirty="0">
                <a:solidFill>
                  <a:srgbClr val="000000"/>
                </a:solidFill>
                <a:effectLst/>
                <a:latin typeface="Calibri" panose="020F0502020204030204" pitchFamily="34" charset="0"/>
                <a:cs typeface="Calibri" panose="020F0502020204030204" pitchFamily="34" charset="0"/>
              </a:rPr>
              <a:t>Social Support</a:t>
            </a:r>
          </a:p>
          <a:p>
            <a:pPr algn="l">
              <a:buFont typeface="Arial" panose="020B0604020202020204" pitchFamily="34" charset="0"/>
              <a:buChar char="•"/>
            </a:pPr>
            <a:r>
              <a:rPr lang="en-CA" sz="2400" b="1" u="none" strike="noStrike" dirty="0">
                <a:solidFill>
                  <a:srgbClr val="000000"/>
                </a:solidFill>
                <a:effectLst/>
                <a:latin typeface="Calibri" panose="020F0502020204030204" pitchFamily="34" charset="0"/>
                <a:cs typeface="Calibri" panose="020F0502020204030204" pitchFamily="34" charset="0"/>
              </a:rPr>
              <a:t>Freedom to Make Life Choices</a:t>
            </a:r>
          </a:p>
          <a:p>
            <a:pPr algn="l">
              <a:buFont typeface="Arial" panose="020B0604020202020204" pitchFamily="34" charset="0"/>
              <a:buChar char="•"/>
            </a:pPr>
            <a:r>
              <a:rPr lang="en-CA" sz="2400" b="1" u="none" strike="noStrike" dirty="0">
                <a:solidFill>
                  <a:srgbClr val="000000"/>
                </a:solidFill>
                <a:effectLst/>
                <a:latin typeface="Calibri" panose="020F0502020204030204" pitchFamily="34" charset="0"/>
                <a:cs typeface="Calibri" panose="020F0502020204030204" pitchFamily="34" charset="0"/>
              </a:rPr>
              <a:t>GDP per Capita</a:t>
            </a:r>
          </a:p>
          <a:p>
            <a:pPr marL="0" indent="0">
              <a:buNone/>
            </a:pP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7981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32AB8-801B-CBB3-FE53-1169084B606F}"/>
              </a:ext>
            </a:extLst>
          </p:cNvPr>
          <p:cNvSpPr>
            <a:spLocks noGrp="1"/>
          </p:cNvSpPr>
          <p:nvPr>
            <p:ph type="title"/>
          </p:nvPr>
        </p:nvSpPr>
        <p:spPr>
          <a:xfrm>
            <a:off x="3103924" y="113770"/>
            <a:ext cx="10895106" cy="1325563"/>
          </a:xfrm>
        </p:spPr>
        <p:txBody>
          <a:bodyPr/>
          <a:lstStyle/>
          <a:p>
            <a:r>
              <a:rPr lang="en-IN" b="1" dirty="0">
                <a:solidFill>
                  <a:schemeClr val="accent2">
                    <a:lumMod val="50000"/>
                  </a:schemeClr>
                </a:solidFill>
                <a:latin typeface="Calibri" panose="020F0502020204030204" pitchFamily="34" charset="0"/>
                <a:cs typeface="Calibri" panose="020F0502020204030204" pitchFamily="34" charset="0"/>
              </a:rPr>
              <a:t>Research Questions</a:t>
            </a:r>
          </a:p>
        </p:txBody>
      </p:sp>
      <p:graphicFrame>
        <p:nvGraphicFramePr>
          <p:cNvPr id="4" name="Diagram 3">
            <a:extLst>
              <a:ext uri="{FF2B5EF4-FFF2-40B4-BE49-F238E27FC236}">
                <a16:creationId xmlns:a16="http://schemas.microsoft.com/office/drawing/2014/main" id="{4BBF1A0D-685C-3685-BCE5-843E1BF3594D}"/>
              </a:ext>
            </a:extLst>
          </p:cNvPr>
          <p:cNvGraphicFramePr/>
          <p:nvPr>
            <p:extLst>
              <p:ext uri="{D42A27DB-BD31-4B8C-83A1-F6EECF244321}">
                <p14:modId xmlns:p14="http://schemas.microsoft.com/office/powerpoint/2010/main" val="983181171"/>
              </p:ext>
            </p:extLst>
          </p:nvPr>
        </p:nvGraphicFramePr>
        <p:xfrm>
          <a:off x="838200" y="1439333"/>
          <a:ext cx="9383486"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4780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0796E-9B1E-AFE1-623C-CD6CE4DFF383}"/>
              </a:ext>
            </a:extLst>
          </p:cNvPr>
          <p:cNvSpPr>
            <a:spLocks noGrp="1"/>
          </p:cNvSpPr>
          <p:nvPr>
            <p:ph type="title"/>
          </p:nvPr>
        </p:nvSpPr>
        <p:spPr>
          <a:xfrm>
            <a:off x="4138065" y="13380"/>
            <a:ext cx="10895106" cy="1325563"/>
          </a:xfrm>
        </p:spPr>
        <p:txBody>
          <a:bodyPr/>
          <a:lstStyle/>
          <a:p>
            <a:r>
              <a:rPr lang="en-IN" b="1" dirty="0">
                <a:solidFill>
                  <a:schemeClr val="accent2">
                    <a:lumMod val="50000"/>
                  </a:schemeClr>
                </a:solidFill>
                <a:latin typeface="Calibri" panose="020F0502020204030204" pitchFamily="34" charset="0"/>
                <a:cs typeface="Calibri" panose="020F0502020204030204" pitchFamily="34" charset="0"/>
              </a:rPr>
              <a:t>Methodology</a:t>
            </a:r>
          </a:p>
        </p:txBody>
      </p:sp>
      <p:graphicFrame>
        <p:nvGraphicFramePr>
          <p:cNvPr id="4" name="Diagram 3">
            <a:extLst>
              <a:ext uri="{FF2B5EF4-FFF2-40B4-BE49-F238E27FC236}">
                <a16:creationId xmlns:a16="http://schemas.microsoft.com/office/drawing/2014/main" id="{42C16F0F-B174-5B47-94AC-A69B2CD11089}"/>
              </a:ext>
            </a:extLst>
          </p:cNvPr>
          <p:cNvGraphicFramePr/>
          <p:nvPr>
            <p:extLst>
              <p:ext uri="{D42A27DB-BD31-4B8C-83A1-F6EECF244321}">
                <p14:modId xmlns:p14="http://schemas.microsoft.com/office/powerpoint/2010/main" val="3998348039"/>
              </p:ext>
            </p:extLst>
          </p:nvPr>
        </p:nvGraphicFramePr>
        <p:xfrm>
          <a:off x="0" y="1338943"/>
          <a:ext cx="10998201" cy="53993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6849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ED64A-4118-5D0B-83E3-07AC078939A6}"/>
              </a:ext>
            </a:extLst>
          </p:cNvPr>
          <p:cNvSpPr>
            <a:spLocks noGrp="1"/>
          </p:cNvSpPr>
          <p:nvPr>
            <p:ph type="title"/>
          </p:nvPr>
        </p:nvSpPr>
        <p:spPr>
          <a:xfrm>
            <a:off x="458695" y="316297"/>
            <a:ext cx="12070763" cy="1325563"/>
          </a:xfrm>
        </p:spPr>
        <p:txBody>
          <a:bodyPr>
            <a:noAutofit/>
          </a:bodyPr>
          <a:lstStyle/>
          <a:p>
            <a:r>
              <a:rPr lang="en-US" b="1" dirty="0">
                <a:solidFill>
                  <a:schemeClr val="accent2">
                    <a:lumMod val="50000"/>
                  </a:schemeClr>
                </a:solidFill>
                <a:latin typeface="Calibri" panose="020F0502020204030204" pitchFamily="34" charset="0"/>
                <a:cs typeface="Calibri" panose="020F0502020204030204" pitchFamily="34" charset="0"/>
              </a:rPr>
              <a:t>Key Finding 1: Social Support and Life Expectancy</a:t>
            </a:r>
            <a:endParaRPr lang="en-IN" b="1" dirty="0">
              <a:solidFill>
                <a:schemeClr val="accent2">
                  <a:lumMod val="50000"/>
                </a:schemeClr>
              </a:solidFill>
              <a:latin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B358397B-509E-D713-731B-8090BD3056F3}"/>
              </a:ext>
            </a:extLst>
          </p:cNvPr>
          <p:cNvSpPr>
            <a:spLocks noGrp="1"/>
          </p:cNvSpPr>
          <p:nvPr>
            <p:ph sz="half" idx="1"/>
          </p:nvPr>
        </p:nvSpPr>
        <p:spPr>
          <a:xfrm>
            <a:off x="458695" y="2054941"/>
            <a:ext cx="5186415" cy="4122021"/>
          </a:xfrm>
        </p:spPr>
        <p:txBody>
          <a:bodyPr/>
          <a:lstStyle/>
          <a:p>
            <a:r>
              <a:rPr lang="en-US" dirty="0">
                <a:latin typeface="Calibri" panose="020F0502020204030204" pitchFamily="34" charset="0"/>
                <a:cs typeface="Calibri" panose="020F0502020204030204" pitchFamily="34" charset="0"/>
              </a:rPr>
              <a:t>Social support amplifies the positive effect of healthy life expectancy on happiness.</a:t>
            </a:r>
          </a:p>
          <a:p>
            <a:r>
              <a:rPr lang="en-US" dirty="0">
                <a:latin typeface="Calibri" panose="020F0502020204030204" pitchFamily="34" charset="0"/>
                <a:cs typeface="Calibri" panose="020F0502020204030204" pitchFamily="34" charset="0"/>
              </a:rPr>
              <a:t>Strongest relationship seen in high social support countries.</a:t>
            </a:r>
          </a:p>
          <a:p>
            <a:r>
              <a:rPr lang="en-US" dirty="0">
                <a:latin typeface="Calibri" panose="020F0502020204030204" pitchFamily="34" charset="0"/>
                <a:cs typeface="Calibri" panose="020F0502020204030204" pitchFamily="34" charset="0"/>
              </a:rPr>
              <a:t>P-value: 0.0391 (significant)</a:t>
            </a:r>
            <a:endParaRPr lang="en-IN" dirty="0">
              <a:latin typeface="Calibri" panose="020F0502020204030204" pitchFamily="34" charset="0"/>
              <a:cs typeface="Calibri" panose="020F0502020204030204" pitchFamily="34" charset="0"/>
            </a:endParaRPr>
          </a:p>
        </p:txBody>
      </p:sp>
      <p:pic>
        <p:nvPicPr>
          <p:cNvPr id="6" name="Picture 5" descr="A graph of different colored lines&#10;&#10;Description automatically generated">
            <a:extLst>
              <a:ext uri="{FF2B5EF4-FFF2-40B4-BE49-F238E27FC236}">
                <a16:creationId xmlns:a16="http://schemas.microsoft.com/office/drawing/2014/main" id="{E92EB8D3-4F86-F12B-3A78-8242A6F5C50E}"/>
              </a:ext>
            </a:extLst>
          </p:cNvPr>
          <p:cNvPicPr>
            <a:picLocks noChangeAspect="1"/>
          </p:cNvPicPr>
          <p:nvPr/>
        </p:nvPicPr>
        <p:blipFill>
          <a:blip r:embed="rId2"/>
          <a:stretch>
            <a:fillRect/>
          </a:stretch>
        </p:blipFill>
        <p:spPr>
          <a:xfrm>
            <a:off x="5328012" y="1458096"/>
            <a:ext cx="6715453" cy="5236618"/>
          </a:xfrm>
          <a:prstGeom prst="rect">
            <a:avLst/>
          </a:prstGeom>
        </p:spPr>
      </p:pic>
    </p:spTree>
    <p:extLst>
      <p:ext uri="{BB962C8B-B14F-4D97-AF65-F5344CB8AC3E}">
        <p14:creationId xmlns:p14="http://schemas.microsoft.com/office/powerpoint/2010/main" val="129415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03FD0-3520-584C-E678-8C1E0CF10A66}"/>
              </a:ext>
            </a:extLst>
          </p:cNvPr>
          <p:cNvSpPr>
            <a:spLocks noGrp="1"/>
          </p:cNvSpPr>
          <p:nvPr>
            <p:ph type="title"/>
          </p:nvPr>
        </p:nvSpPr>
        <p:spPr>
          <a:xfrm>
            <a:off x="273636" y="250462"/>
            <a:ext cx="11232563" cy="1325563"/>
          </a:xfrm>
        </p:spPr>
        <p:txBody>
          <a:bodyPr>
            <a:noAutofit/>
          </a:bodyPr>
          <a:lstStyle/>
          <a:p>
            <a:r>
              <a:rPr lang="en-US" b="1" dirty="0">
                <a:solidFill>
                  <a:schemeClr val="accent2">
                    <a:lumMod val="50000"/>
                  </a:schemeClr>
                </a:solidFill>
                <a:latin typeface="Calibri" panose="020F0502020204030204" pitchFamily="34" charset="0"/>
                <a:cs typeface="Calibri" panose="020F0502020204030204" pitchFamily="34" charset="0"/>
              </a:rPr>
              <a:t>Key Finding 2: Freedom and Social Support Interaction</a:t>
            </a:r>
            <a:endParaRPr lang="en-IN" b="1" dirty="0">
              <a:solidFill>
                <a:schemeClr val="accent2">
                  <a:lumMod val="50000"/>
                </a:schemeClr>
              </a:solidFill>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F71C9F7E-EBFF-FC58-AE6E-8DFF97A525E4}"/>
              </a:ext>
            </a:extLst>
          </p:cNvPr>
          <p:cNvSpPr>
            <a:spLocks noGrp="1"/>
          </p:cNvSpPr>
          <p:nvPr>
            <p:ph sz="half" idx="1"/>
          </p:nvPr>
        </p:nvSpPr>
        <p:spPr>
          <a:xfrm>
            <a:off x="152397" y="2106979"/>
            <a:ext cx="5561106" cy="4069984"/>
          </a:xfrm>
        </p:spPr>
        <p:txBody>
          <a:bodyPr/>
          <a:lstStyle/>
          <a:p>
            <a:r>
              <a:rPr lang="en-US" dirty="0">
                <a:latin typeface="Calibri" panose="020F0502020204030204" pitchFamily="34" charset="0"/>
                <a:cs typeface="Calibri" panose="020F0502020204030204" pitchFamily="34" charset="0"/>
              </a:rPr>
              <a:t>Combined freedom and social support predict happiness better than either factor alone.</a:t>
            </a:r>
          </a:p>
          <a:p>
            <a:r>
              <a:rPr lang="en-US" dirty="0">
                <a:latin typeface="Calibri" panose="020F0502020204030204" pitchFamily="34" charset="0"/>
                <a:cs typeface="Calibri" panose="020F0502020204030204" pitchFamily="34" charset="0"/>
              </a:rPr>
              <a:t>Strongest combined effect in high social support countries.</a:t>
            </a:r>
          </a:p>
          <a:p>
            <a:r>
              <a:rPr lang="en-US" dirty="0">
                <a:latin typeface="Calibri" panose="020F0502020204030204" pitchFamily="34" charset="0"/>
                <a:cs typeface="Calibri" panose="020F0502020204030204" pitchFamily="34" charset="0"/>
              </a:rPr>
              <a:t>P-value: 0.0001 (highly significant).</a:t>
            </a:r>
            <a:endParaRPr lang="en-IN" dirty="0">
              <a:latin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97BC4F2E-C4BF-BD1E-7775-A76BBF5795B1}"/>
              </a:ext>
            </a:extLst>
          </p:cNvPr>
          <p:cNvSpPr>
            <a:spLocks noGrp="1"/>
          </p:cNvSpPr>
          <p:nvPr>
            <p:ph sz="half" idx="2"/>
          </p:nvPr>
        </p:nvSpPr>
        <p:spPr/>
        <p:txBody>
          <a:bodyPr/>
          <a:lstStyle/>
          <a:p>
            <a:endParaRPr lang="en-US" dirty="0"/>
          </a:p>
        </p:txBody>
      </p:sp>
      <p:pic>
        <p:nvPicPr>
          <p:cNvPr id="7" name="Picture 6">
            <a:extLst>
              <a:ext uri="{FF2B5EF4-FFF2-40B4-BE49-F238E27FC236}">
                <a16:creationId xmlns:a16="http://schemas.microsoft.com/office/drawing/2014/main" id="{D1E6D5D8-7AB9-86E5-C823-A00980891C33}"/>
              </a:ext>
            </a:extLst>
          </p:cNvPr>
          <p:cNvPicPr>
            <a:picLocks noChangeAspect="1"/>
          </p:cNvPicPr>
          <p:nvPr/>
        </p:nvPicPr>
        <p:blipFill>
          <a:blip r:embed="rId2"/>
          <a:stretch>
            <a:fillRect/>
          </a:stretch>
        </p:blipFill>
        <p:spPr>
          <a:xfrm>
            <a:off x="5568092" y="1224099"/>
            <a:ext cx="6623908" cy="5165815"/>
          </a:xfrm>
          <a:prstGeom prst="rect">
            <a:avLst/>
          </a:prstGeom>
        </p:spPr>
      </p:pic>
    </p:spTree>
    <p:extLst>
      <p:ext uri="{BB962C8B-B14F-4D97-AF65-F5344CB8AC3E}">
        <p14:creationId xmlns:p14="http://schemas.microsoft.com/office/powerpoint/2010/main" val="206528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9A91C-3C03-B68E-0B2D-3C182FAEBD62}"/>
              </a:ext>
            </a:extLst>
          </p:cNvPr>
          <p:cNvSpPr>
            <a:spLocks noGrp="1"/>
          </p:cNvSpPr>
          <p:nvPr>
            <p:ph type="title"/>
          </p:nvPr>
        </p:nvSpPr>
        <p:spPr/>
        <p:txBody>
          <a:bodyPr/>
          <a:lstStyle/>
          <a:p>
            <a:r>
              <a:rPr lang="en-US" b="1" dirty="0">
                <a:solidFill>
                  <a:schemeClr val="accent2">
                    <a:lumMod val="50000"/>
                  </a:schemeClr>
                </a:solidFill>
                <a:latin typeface="Calibri" panose="020F0502020204030204" pitchFamily="34" charset="0"/>
                <a:cs typeface="Calibri" panose="020F0502020204030204" pitchFamily="34" charset="0"/>
              </a:rPr>
              <a:t>Key Finding 3: GDP Moderation of Freedom</a:t>
            </a:r>
            <a:endParaRPr lang="en-IN" b="1" dirty="0">
              <a:solidFill>
                <a:schemeClr val="accent2">
                  <a:lumMod val="50000"/>
                </a:schemeClr>
              </a:solidFill>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F57B8F19-583B-A687-25C9-C082AF69E0F1}"/>
              </a:ext>
            </a:extLst>
          </p:cNvPr>
          <p:cNvSpPr>
            <a:spLocks noGrp="1"/>
          </p:cNvSpPr>
          <p:nvPr>
            <p:ph sz="half" idx="1"/>
          </p:nvPr>
        </p:nvSpPr>
        <p:spPr>
          <a:xfrm>
            <a:off x="251865" y="2131264"/>
            <a:ext cx="5561106" cy="4230756"/>
          </a:xfrm>
        </p:spPr>
        <p:txBody>
          <a:bodyPr/>
          <a:lstStyle/>
          <a:p>
            <a:r>
              <a:rPr lang="en-US" dirty="0">
                <a:latin typeface="Calibri" panose="020F0502020204030204" pitchFamily="34" charset="0"/>
                <a:cs typeface="Calibri" panose="020F0502020204030204" pitchFamily="34" charset="0"/>
              </a:rPr>
              <a:t>GDP significantly moderates the relationship between freedom and happiness.</a:t>
            </a:r>
          </a:p>
          <a:p>
            <a:r>
              <a:rPr lang="en-US" dirty="0">
                <a:latin typeface="Calibri" panose="020F0502020204030204" pitchFamily="34" charset="0"/>
                <a:cs typeface="Calibri" panose="020F0502020204030204" pitchFamily="34" charset="0"/>
              </a:rPr>
              <a:t>Freedom has the strongest positive effect in high GDP countries.</a:t>
            </a:r>
          </a:p>
          <a:p>
            <a:r>
              <a:rPr lang="en-US" dirty="0">
                <a:latin typeface="Calibri" panose="020F0502020204030204" pitchFamily="34" charset="0"/>
                <a:cs typeface="Calibri" panose="020F0502020204030204" pitchFamily="34" charset="0"/>
              </a:rPr>
              <a:t>P-value: &lt; 0.001 (significant).</a:t>
            </a:r>
            <a:endParaRPr lang="en-IN" dirty="0">
              <a:latin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5416ADEF-1692-BF83-D54C-369EA673326F}"/>
              </a:ext>
            </a:extLst>
          </p:cNvPr>
          <p:cNvSpPr>
            <a:spLocks noGrp="1"/>
          </p:cNvSpPr>
          <p:nvPr>
            <p:ph sz="half" idx="2"/>
          </p:nvPr>
        </p:nvSpPr>
        <p:spPr/>
        <p:txBody>
          <a:bodyPr/>
          <a:lstStyle/>
          <a:p>
            <a:endParaRPr lang="en-US"/>
          </a:p>
        </p:txBody>
      </p:sp>
      <p:pic>
        <p:nvPicPr>
          <p:cNvPr id="7" name="Picture 6" descr="A graph with red green and blue lines&#10;&#10;Description automatically generated">
            <a:extLst>
              <a:ext uri="{FF2B5EF4-FFF2-40B4-BE49-F238E27FC236}">
                <a16:creationId xmlns:a16="http://schemas.microsoft.com/office/drawing/2014/main" id="{C5295F60-FE9F-69DA-973B-BC08CFF4306E}"/>
              </a:ext>
            </a:extLst>
          </p:cNvPr>
          <p:cNvPicPr>
            <a:picLocks noChangeAspect="1"/>
          </p:cNvPicPr>
          <p:nvPr/>
        </p:nvPicPr>
        <p:blipFill>
          <a:blip r:embed="rId2"/>
          <a:stretch>
            <a:fillRect/>
          </a:stretch>
        </p:blipFill>
        <p:spPr>
          <a:xfrm>
            <a:off x="5812971" y="1530033"/>
            <a:ext cx="6424750" cy="5010150"/>
          </a:xfrm>
          <a:prstGeom prst="rect">
            <a:avLst/>
          </a:prstGeom>
        </p:spPr>
      </p:pic>
    </p:spTree>
    <p:extLst>
      <p:ext uri="{BB962C8B-B14F-4D97-AF65-F5344CB8AC3E}">
        <p14:creationId xmlns:p14="http://schemas.microsoft.com/office/powerpoint/2010/main" val="379068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14" name="Picture 13">
            <a:extLst>
              <a:ext uri="{FF2B5EF4-FFF2-40B4-BE49-F238E27FC236}">
                <a16:creationId xmlns:a16="http://schemas.microsoft.com/office/drawing/2014/main" id="{BC526B7A-4801-4FD1-95C8-03AF22629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 useBgFill="1">
        <p:nvSpPr>
          <p:cNvPr id="16" name="Rectangle 15">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8" name="Rectangle 17">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20" name="Group 19">
            <a:extLst>
              <a:ext uri="{FF2B5EF4-FFF2-40B4-BE49-F238E27FC236}">
                <a16:creationId xmlns:a16="http://schemas.microsoft.com/office/drawing/2014/main" id="{191D96BF-0605-446D-9590-F9A64BF8E7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21" name="Picture 20">
              <a:extLst>
                <a:ext uri="{FF2B5EF4-FFF2-40B4-BE49-F238E27FC236}">
                  <a16:creationId xmlns:a16="http://schemas.microsoft.com/office/drawing/2014/main" id="{B79C2449-D531-4936-82F1-C560A12818D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22" name="Picture 21">
              <a:extLst>
                <a:ext uri="{FF2B5EF4-FFF2-40B4-BE49-F238E27FC236}">
                  <a16:creationId xmlns:a16="http://schemas.microsoft.com/office/drawing/2014/main" id="{E881F028-6F1E-42D8-B367-94F963C44CF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BA01D8E3-A21E-EAE0-F397-A80CF1F1375E}"/>
              </a:ext>
            </a:extLst>
          </p:cNvPr>
          <p:cNvSpPr>
            <a:spLocks noGrp="1"/>
          </p:cNvSpPr>
          <p:nvPr>
            <p:ph type="title"/>
          </p:nvPr>
        </p:nvSpPr>
        <p:spPr>
          <a:xfrm>
            <a:off x="838201" y="559813"/>
            <a:ext cx="4876800" cy="5577934"/>
          </a:xfrm>
        </p:spPr>
        <p:txBody>
          <a:bodyPr vert="horz" lIns="91440" tIns="45720" rIns="91440" bIns="45720" rtlCol="0" anchor="ct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Conclusion</a:t>
            </a:r>
          </a:p>
        </p:txBody>
      </p:sp>
      <p:graphicFrame>
        <p:nvGraphicFramePr>
          <p:cNvPr id="7" name="Diagram 6">
            <a:extLst>
              <a:ext uri="{FF2B5EF4-FFF2-40B4-BE49-F238E27FC236}">
                <a16:creationId xmlns:a16="http://schemas.microsoft.com/office/drawing/2014/main" id="{95016077-A71A-E2C3-B2F1-220141AEDF53}"/>
              </a:ext>
            </a:extLst>
          </p:cNvPr>
          <p:cNvGraphicFramePr/>
          <p:nvPr>
            <p:extLst>
              <p:ext uri="{D42A27DB-BD31-4B8C-83A1-F6EECF244321}">
                <p14:modId xmlns:p14="http://schemas.microsoft.com/office/powerpoint/2010/main" val="765274558"/>
              </p:ext>
            </p:extLst>
          </p:nvPr>
        </p:nvGraphicFramePr>
        <p:xfrm>
          <a:off x="5334837" y="532260"/>
          <a:ext cx="6301153" cy="548115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8915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1070993-B30F-5F9A-0A4A-C341DD1AC00A}"/>
              </a:ext>
            </a:extLst>
          </p:cNvPr>
          <p:cNvSpPr>
            <a:spLocks noGrp="1"/>
          </p:cNvSpPr>
          <p:nvPr>
            <p:ph type="title"/>
          </p:nvPr>
        </p:nvSpPr>
        <p:spPr/>
        <p:txBody>
          <a:bodyPr>
            <a:normAutofit/>
          </a:bodyPr>
          <a:lstStyle/>
          <a:p>
            <a:r>
              <a:rPr lang="en-IN" b="1" dirty="0">
                <a:solidFill>
                  <a:schemeClr val="accent2">
                    <a:lumMod val="50000"/>
                  </a:schemeClr>
                </a:solidFill>
                <a:latin typeface="Calibri" panose="020F0502020204030204" pitchFamily="34" charset="0"/>
                <a:cs typeface="Calibri" panose="020F0502020204030204" pitchFamily="34" charset="0"/>
              </a:rPr>
              <a:t>Reference</a:t>
            </a:r>
          </a:p>
        </p:txBody>
      </p:sp>
      <p:sp>
        <p:nvSpPr>
          <p:cNvPr id="6" name="Content Placeholder 5">
            <a:extLst>
              <a:ext uri="{FF2B5EF4-FFF2-40B4-BE49-F238E27FC236}">
                <a16:creationId xmlns:a16="http://schemas.microsoft.com/office/drawing/2014/main" id="{126022EA-FC20-4F0D-CC68-A7442B6119E1}"/>
              </a:ext>
            </a:extLst>
          </p:cNvPr>
          <p:cNvSpPr>
            <a:spLocks noGrp="1"/>
          </p:cNvSpPr>
          <p:nvPr>
            <p:ph idx="1"/>
          </p:nvPr>
        </p:nvSpPr>
        <p:spPr>
          <a:xfrm>
            <a:off x="458694" y="2296477"/>
            <a:ext cx="11274612" cy="4195763"/>
          </a:xfrm>
        </p:spPr>
        <p:txBody>
          <a:bodyPr/>
          <a:lstStyle/>
          <a:p>
            <a:pPr marL="0" indent="0">
              <a:buNone/>
            </a:pPr>
            <a:r>
              <a:rPr lang="en-IN" dirty="0" err="1">
                <a:latin typeface="Calibri" panose="020F0502020204030204" pitchFamily="34" charset="0"/>
                <a:cs typeface="Calibri" panose="020F0502020204030204" pitchFamily="34" charset="0"/>
              </a:rPr>
              <a:t>PhilippeCodes</a:t>
            </a:r>
            <a:r>
              <a:rPr lang="en-IN" dirty="0">
                <a:latin typeface="Calibri" panose="020F0502020204030204" pitchFamily="34" charset="0"/>
                <a:cs typeface="Calibri" panose="020F0502020204030204" pitchFamily="34" charset="0"/>
              </a:rPr>
              <a:t>. (n.d.). World-happiness-report-data-analysis/world happiness report.csv at master · </a:t>
            </a:r>
            <a:r>
              <a:rPr lang="en-IN" dirty="0" err="1">
                <a:latin typeface="Calibri" panose="020F0502020204030204" pitchFamily="34" charset="0"/>
                <a:cs typeface="Calibri" panose="020F0502020204030204" pitchFamily="34" charset="0"/>
              </a:rPr>
              <a:t>Philippecodes</a:t>
            </a:r>
            <a:r>
              <a:rPr lang="en-IN" dirty="0">
                <a:latin typeface="Calibri" panose="020F0502020204030204" pitchFamily="34" charset="0"/>
                <a:cs typeface="Calibri" panose="020F0502020204030204" pitchFamily="34" charset="0"/>
              </a:rPr>
              <a:t>/world-happiness-report-data-analysis. GitHub. </a:t>
            </a:r>
            <a:r>
              <a:rPr lang="en-IN" dirty="0">
                <a:latin typeface="Calibri" panose="020F0502020204030204" pitchFamily="34" charset="0"/>
                <a:cs typeface="Calibri" panose="020F0502020204030204" pitchFamily="34" charset="0"/>
                <a:hlinkClick r:id="rId2"/>
              </a:rPr>
              <a:t>https://github.com/PhilippeCodes/World-Happiness-Report-Data-Analysis/blob/master/World%20Happiness%20Report.csv</a:t>
            </a:r>
            <a:r>
              <a:rPr lang="en-IN" dirty="0">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423008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24" name="Picture 23">
            <a:extLst>
              <a:ext uri="{FF2B5EF4-FFF2-40B4-BE49-F238E27FC236}">
                <a16:creationId xmlns:a16="http://schemas.microsoft.com/office/drawing/2014/main" id="{BC526B7A-4801-4FD1-95C8-03AF22629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 useBgFill="1">
        <p:nvSpPr>
          <p:cNvPr id="25" name="Rectangle 24">
            <a:extLst>
              <a:ext uri="{FF2B5EF4-FFF2-40B4-BE49-F238E27FC236}">
                <a16:creationId xmlns:a16="http://schemas.microsoft.com/office/drawing/2014/main" id="{2D924463-4DB7-437D-85B1-7EE5042DE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6" name="Rectangle 25">
            <a:extLst>
              <a:ext uri="{FF2B5EF4-FFF2-40B4-BE49-F238E27FC236}">
                <a16:creationId xmlns:a16="http://schemas.microsoft.com/office/drawing/2014/main" id="{C8884498-8C0E-4CE3-A52C-4D46CFCBD2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27" name="Group 26">
            <a:extLst>
              <a:ext uri="{FF2B5EF4-FFF2-40B4-BE49-F238E27FC236}">
                <a16:creationId xmlns:a16="http://schemas.microsoft.com/office/drawing/2014/main" id="{914B50A6-093B-4BEC-814D-28A439BF61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18" name="Picture 17">
              <a:extLst>
                <a:ext uri="{FF2B5EF4-FFF2-40B4-BE49-F238E27FC236}">
                  <a16:creationId xmlns:a16="http://schemas.microsoft.com/office/drawing/2014/main" id="{BA6B3FC4-8E9F-47E9-9E04-AFD4802BFE5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4C534277-E69B-4B16-8548-820EE896253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4" name="Title 3">
            <a:extLst>
              <a:ext uri="{FF2B5EF4-FFF2-40B4-BE49-F238E27FC236}">
                <a16:creationId xmlns:a16="http://schemas.microsoft.com/office/drawing/2014/main" id="{26F85AF2-9B36-0867-B3C3-56D6DA7B85C6}"/>
              </a:ext>
            </a:extLst>
          </p:cNvPr>
          <p:cNvSpPr>
            <a:spLocks noGrp="1"/>
          </p:cNvSpPr>
          <p:nvPr>
            <p:ph type="title"/>
          </p:nvPr>
        </p:nvSpPr>
        <p:spPr>
          <a:xfrm>
            <a:off x="838200" y="744909"/>
            <a:ext cx="9895114" cy="3155419"/>
          </a:xfrm>
        </p:spPr>
        <p:txBody>
          <a:bodyPr vert="horz" lIns="91440" tIns="45720" rIns="91440" bIns="45720" rtlCol="0" anchor="b">
            <a:normAutofit/>
          </a:bodyPr>
          <a:lstStyle/>
          <a:p>
            <a:r>
              <a:rPr lang="en-US" sz="5200" b="1" i="1" dirty="0">
                <a:solidFill>
                  <a:schemeClr val="accent2">
                    <a:lumMod val="50000"/>
                  </a:schemeClr>
                </a:solidFill>
                <a:latin typeface="Calibri" panose="020F0502020204030204" pitchFamily="34" charset="0"/>
                <a:cs typeface="Calibri" panose="020F0502020204030204" pitchFamily="34" charset="0"/>
              </a:rPr>
              <a:t>Thank You For Your Attention</a:t>
            </a:r>
          </a:p>
        </p:txBody>
      </p:sp>
    </p:spTree>
    <p:extLst>
      <p:ext uri="{BB962C8B-B14F-4D97-AF65-F5344CB8AC3E}">
        <p14:creationId xmlns:p14="http://schemas.microsoft.com/office/powerpoint/2010/main" val="2459833050"/>
      </p:ext>
    </p:extLst>
  </p:cSld>
  <p:clrMapOvr>
    <a:masterClrMapping/>
  </p:clrMapOvr>
</p:sld>
</file>

<file path=ppt/theme/theme1.xml><?xml version="1.0" encoding="utf-8"?>
<a:theme xmlns:a="http://schemas.openxmlformats.org/drawingml/2006/main" name="DappledVTI">
  <a:themeElements>
    <a:clrScheme name="AnalogousFromDarkSeedLeftStep">
      <a:dk1>
        <a:srgbClr val="000000"/>
      </a:dk1>
      <a:lt1>
        <a:srgbClr val="FFFFFF"/>
      </a:lt1>
      <a:dk2>
        <a:srgbClr val="413424"/>
      </a:dk2>
      <a:lt2>
        <a:srgbClr val="E8E2E7"/>
      </a:lt2>
      <a:accent1>
        <a:srgbClr val="21BA45"/>
      </a:accent1>
      <a:accent2>
        <a:srgbClr val="33B914"/>
      </a:accent2>
      <a:accent3>
        <a:srgbClr val="78B220"/>
      </a:accent3>
      <a:accent4>
        <a:srgbClr val="A8A512"/>
      </a:accent4>
      <a:accent5>
        <a:srgbClr val="E08F25"/>
      </a:accent5>
      <a:accent6>
        <a:srgbClr val="D53417"/>
      </a:accent6>
      <a:hlink>
        <a:srgbClr val="9A7F33"/>
      </a:hlink>
      <a:folHlink>
        <a:srgbClr val="7F7F7F"/>
      </a:folHlink>
    </a:clrScheme>
    <a:fontScheme name="Custom 67">
      <a:majorFont>
        <a:latin typeface="Sabon Next L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ppledVTI" id="{204FEFAB-F02B-4FE8-B509-C50A618B972D}" vid="{7EAEADA8-5A8E-45B2-B0E4-448EC7E7A94F}"/>
    </a:ext>
  </a:extLst>
</a:theme>
</file>

<file path=docProps/app.xml><?xml version="1.0" encoding="utf-8"?>
<Properties xmlns="http://schemas.openxmlformats.org/officeDocument/2006/extended-properties" xmlns:vt="http://schemas.openxmlformats.org/officeDocument/2006/docPropsVTypes">
  <TotalTime>82</TotalTime>
  <Words>438</Words>
  <Application>Microsoft Office PowerPoint</Application>
  <PresentationFormat>Widescreen</PresentationFormat>
  <Paragraphs>55</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Avenir Next LT Pro</vt:lpstr>
      <vt:lpstr>AvenirNext LT Pro Medium</vt:lpstr>
      <vt:lpstr>Calibri</vt:lpstr>
      <vt:lpstr>Sabon Next LT</vt:lpstr>
      <vt:lpstr>DappledVTI</vt:lpstr>
      <vt:lpstr>ALY6010 Final Project Exploring Global Happiness Factors Social Support, Freedom, and Economic Wealth</vt:lpstr>
      <vt:lpstr>Introduction</vt:lpstr>
      <vt:lpstr>Research Questions</vt:lpstr>
      <vt:lpstr>Methodology</vt:lpstr>
      <vt:lpstr>Key Finding 1: Social Support and Life Expectancy</vt:lpstr>
      <vt:lpstr>Key Finding 2: Freedom and Social Support Interaction</vt:lpstr>
      <vt:lpstr>Key Finding 3: GDP Moderation of Freedom</vt:lpstr>
      <vt:lpstr>Conclusion</vt:lpstr>
      <vt:lpstr>Reference</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Tanveer Begum</dc:creator>
  <cp:lastModifiedBy>. Tanveer Begum</cp:lastModifiedBy>
  <cp:revision>9</cp:revision>
  <dcterms:created xsi:type="dcterms:W3CDTF">2024-12-15T06:09:23Z</dcterms:created>
  <dcterms:modified xsi:type="dcterms:W3CDTF">2024-12-15T18:59:53Z</dcterms:modified>
</cp:coreProperties>
</file>